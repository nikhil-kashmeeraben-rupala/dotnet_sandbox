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bookmarkIdSeed="2">
  <p:sldMasterIdLst>
    <p:sldMasterId id="2147483648" r:id="rId1"/>
  </p:sldMasterIdLst>
  <p:notesMasterIdLst>
    <p:notesMasterId r:id="rId33"/>
  </p:notesMasterIdLst>
  <p:sldIdLst>
    <p:sldId id="309" r:id="rId2"/>
    <p:sldId id="441" r:id="rId3"/>
    <p:sldId id="451" r:id="rId4"/>
    <p:sldId id="526" r:id="rId5"/>
    <p:sldId id="527" r:id="rId6"/>
    <p:sldId id="415" r:id="rId7"/>
    <p:sldId id="452" r:id="rId8"/>
    <p:sldId id="460" r:id="rId9"/>
    <p:sldId id="461" r:id="rId10"/>
    <p:sldId id="463" r:id="rId11"/>
    <p:sldId id="462" r:id="rId12"/>
    <p:sldId id="464" r:id="rId13"/>
    <p:sldId id="465" r:id="rId14"/>
    <p:sldId id="466" r:id="rId15"/>
    <p:sldId id="496" r:id="rId16"/>
    <p:sldId id="471" r:id="rId17"/>
    <p:sldId id="495" r:id="rId18"/>
    <p:sldId id="469" r:id="rId19"/>
    <p:sldId id="470" r:id="rId20"/>
    <p:sldId id="413" r:id="rId21"/>
    <p:sldId id="416" r:id="rId22"/>
    <p:sldId id="456" r:id="rId23"/>
    <p:sldId id="457" r:id="rId24"/>
    <p:sldId id="479" r:id="rId25"/>
    <p:sldId id="476" r:id="rId26"/>
    <p:sldId id="478" r:id="rId27"/>
    <p:sldId id="477" r:id="rId28"/>
    <p:sldId id="481" r:id="rId29"/>
    <p:sldId id="482" r:id="rId30"/>
    <p:sldId id="480" r:id="rId31"/>
    <p:sldId id="493" r:id="rId32"/>
  </p:sldIdLst>
  <p:sldSz cx="12192000" cy="6858000"/>
  <p:notesSz cx="6858000" cy="9144000"/>
  <p:embeddedFontLst>
    <p:embeddedFont>
      <p:font typeface="Consolas" panose="020B0609020204030204" pitchFamily="49" charset="0"/>
      <p:regular r:id="rId34"/>
      <p:bold r:id="rId35"/>
      <p:italic r:id="rId36"/>
      <p:boldItalic r:id="rId37"/>
    </p:embeddedFont>
    <p:embeddedFont>
      <p:font typeface="Roboto Condensed" panose="02000000000000000000" pitchFamily="2" charset="0"/>
      <p:regular r:id="rId38"/>
      <p:bold r:id="rId39"/>
      <p:italic r:id="rId40"/>
      <p:boldItalic r:id="rId41"/>
    </p:embeddedFont>
    <p:embeddedFont>
      <p:font typeface="Roboto Condensed Light" panose="02000000000000000000" pitchFamily="2" charset="0"/>
      <p:regular r:id="rId42"/>
      <p:italic r:id="rId43"/>
    </p:embeddedFont>
    <p:embeddedFont>
      <p:font typeface="Wingdings 2" panose="05020102010507070707" pitchFamily="18" charset="2"/>
      <p:regular r:id="rId44"/>
    </p:embeddedFont>
    <p:embeddedFont>
      <p:font typeface="Wingdings 3" panose="05040102010807070707" pitchFamily="18" charset="2"/>
      <p:regular r:id="rId4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bnOqwMgioxK/8OC4u6dZOw==" hashData="k+ABZcY9MrhWF5vel9DKj1r6aVDXugsHcNkL4M7jEnMgIERTShDDa+9Xsw/TtOqH4fDkdgJfjBl8SJezjCq18A=="/>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90E4F"/>
    <a:srgbClr val="F54337"/>
    <a:srgbClr val="FA6060"/>
    <a:srgbClr val="301B92"/>
    <a:srgbClr val="673BB7"/>
    <a:srgbClr val="607D8B"/>
    <a:srgbClr val="ED524F"/>
    <a:srgbClr val="B71B1C"/>
    <a:srgbClr val="D81A60"/>
    <a:srgbClr val="EA1E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375" autoAdjust="0"/>
    <p:restoredTop sz="94660"/>
  </p:normalViewPr>
  <p:slideViewPr>
    <p:cSldViewPr snapToGrid="0">
      <p:cViewPr varScale="1">
        <p:scale>
          <a:sx n="111" d="100"/>
          <a:sy n="111" d="100"/>
        </p:scale>
        <p:origin x="684" y="96"/>
      </p:cViewPr>
      <p:guideLst/>
    </p:cSldViewPr>
  </p:slideViewPr>
  <p:notesTextViewPr>
    <p:cViewPr>
      <p:scale>
        <a:sx n="1" d="1"/>
        <a:sy n="1" d="1"/>
      </p:scale>
      <p:origin x="0" y="0"/>
    </p:cViewPr>
  </p:notesTextViewPr>
  <p:notesViewPr>
    <p:cSldViewPr snapToGrid="0">
      <p:cViewPr varScale="1">
        <p:scale>
          <a:sx n="54" d="100"/>
          <a:sy n="54" d="100"/>
        </p:scale>
        <p:origin x="2820"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imish Vadodariya" userId="d2e325c0593a319e" providerId="LiveId" clId="{91E8C793-E3F6-4583-986B-45DD6F4900A0}"/>
    <pc:docChg chg="modSld">
      <pc:chgData name="Naimish Vadodariya" userId="d2e325c0593a319e" providerId="LiveId" clId="{91E8C793-E3F6-4583-986B-45DD6F4900A0}" dt="2024-12-05T06:53:44.532" v="17" actId="20577"/>
      <pc:docMkLst>
        <pc:docMk/>
      </pc:docMkLst>
      <pc:sldChg chg="modSp modAnim">
        <pc:chgData name="Naimish Vadodariya" userId="d2e325c0593a319e" providerId="LiveId" clId="{91E8C793-E3F6-4583-986B-45DD6F4900A0}" dt="2024-12-05T06:53:44.532" v="17" actId="20577"/>
        <pc:sldMkLst>
          <pc:docMk/>
          <pc:sldMk cId="253436028" sldId="441"/>
        </pc:sldMkLst>
      </pc:sldChg>
    </pc:docChg>
  </pc:docChgLst>
  <pc:docChgLst>
    <pc:chgData name="Naimish Vadodariya" userId="d2e325c0593a319e" providerId="LiveId" clId="{21C0550C-EFB3-44D2-8EF5-4FF4F963D0B9}"/>
    <pc:docChg chg="undo custSel addSld delSld modSld">
      <pc:chgData name="Naimish Vadodariya" userId="d2e325c0593a319e" providerId="LiveId" clId="{21C0550C-EFB3-44D2-8EF5-4FF4F963D0B9}" dt="2025-06-22T03:19:10.160" v="278"/>
      <pc:docMkLst>
        <pc:docMk/>
      </pc:docMkLst>
      <pc:sldChg chg="modSp modAnim">
        <pc:chgData name="Naimish Vadodariya" userId="d2e325c0593a319e" providerId="LiveId" clId="{21C0550C-EFB3-44D2-8EF5-4FF4F963D0B9}" dt="2025-06-22T02:39:13.819" v="245" actId="20577"/>
        <pc:sldMkLst>
          <pc:docMk/>
          <pc:sldMk cId="253436028" sldId="441"/>
        </pc:sldMkLst>
        <pc:spChg chg="mod">
          <ac:chgData name="Naimish Vadodariya" userId="d2e325c0593a319e" providerId="LiveId" clId="{21C0550C-EFB3-44D2-8EF5-4FF4F963D0B9}" dt="2025-06-22T02:39:13.819" v="245" actId="20577"/>
          <ac:spMkLst>
            <pc:docMk/>
            <pc:sldMk cId="253436028" sldId="441"/>
            <ac:spMk id="9" creationId="{BDA2F9A4-6988-4274-8384-12496EC9D59D}"/>
          </ac:spMkLst>
        </pc:spChg>
      </pc:sldChg>
      <pc:sldChg chg="modSp">
        <pc:chgData name="Naimish Vadodariya" userId="d2e325c0593a319e" providerId="LiveId" clId="{21C0550C-EFB3-44D2-8EF5-4FF4F963D0B9}" dt="2025-06-22T03:10:28.714" v="271" actId="207"/>
        <pc:sldMkLst>
          <pc:docMk/>
          <pc:sldMk cId="1604742071" sldId="457"/>
        </pc:sldMkLst>
        <pc:spChg chg="mod">
          <ac:chgData name="Naimish Vadodariya" userId="d2e325c0593a319e" providerId="LiveId" clId="{21C0550C-EFB3-44D2-8EF5-4FF4F963D0B9}" dt="2025-06-22T03:10:28.714" v="271" actId="207"/>
          <ac:spMkLst>
            <pc:docMk/>
            <pc:sldMk cId="1604742071" sldId="457"/>
            <ac:spMk id="2" creationId="{00000000-0000-0000-0000-000000000000}"/>
          </ac:spMkLst>
        </pc:spChg>
      </pc:sldChg>
      <pc:sldChg chg="modSp">
        <pc:chgData name="Naimish Vadodariya" userId="d2e325c0593a319e" providerId="LiveId" clId="{21C0550C-EFB3-44D2-8EF5-4FF4F963D0B9}" dt="2025-06-22T02:14:16.758" v="71" actId="108"/>
        <pc:sldMkLst>
          <pc:docMk/>
          <pc:sldMk cId="1883231076" sldId="462"/>
        </pc:sldMkLst>
        <pc:spChg chg="mod">
          <ac:chgData name="Naimish Vadodariya" userId="d2e325c0593a319e" providerId="LiveId" clId="{21C0550C-EFB3-44D2-8EF5-4FF4F963D0B9}" dt="2025-06-22T02:14:16.758" v="71" actId="108"/>
          <ac:spMkLst>
            <pc:docMk/>
            <pc:sldMk cId="1883231076" sldId="462"/>
            <ac:spMk id="2" creationId="{00000000-0000-0000-0000-000000000000}"/>
          </ac:spMkLst>
        </pc:spChg>
      </pc:sldChg>
      <pc:sldChg chg="modSp modAnim">
        <pc:chgData name="Naimish Vadodariya" userId="d2e325c0593a319e" providerId="LiveId" clId="{21C0550C-EFB3-44D2-8EF5-4FF4F963D0B9}" dt="2025-06-22T02:13:23.352" v="64" actId="20577"/>
        <pc:sldMkLst>
          <pc:docMk/>
          <pc:sldMk cId="4008112568" sldId="463"/>
        </pc:sldMkLst>
        <pc:spChg chg="mod">
          <ac:chgData name="Naimish Vadodariya" userId="d2e325c0593a319e" providerId="LiveId" clId="{21C0550C-EFB3-44D2-8EF5-4FF4F963D0B9}" dt="2025-06-22T02:13:23.352" v="64" actId="20577"/>
          <ac:spMkLst>
            <pc:docMk/>
            <pc:sldMk cId="4008112568" sldId="463"/>
            <ac:spMk id="2" creationId="{00000000-0000-0000-0000-000000000000}"/>
          </ac:spMkLst>
        </pc:spChg>
      </pc:sldChg>
      <pc:sldChg chg="modSp">
        <pc:chgData name="Naimish Vadodariya" userId="d2e325c0593a319e" providerId="LiveId" clId="{21C0550C-EFB3-44D2-8EF5-4FF4F963D0B9}" dt="2025-06-22T02:19:22.596" v="84" actId="113"/>
        <pc:sldMkLst>
          <pc:docMk/>
          <pc:sldMk cId="4037713441" sldId="468"/>
        </pc:sldMkLst>
        <pc:spChg chg="mod">
          <ac:chgData name="Naimish Vadodariya" userId="d2e325c0593a319e" providerId="LiveId" clId="{21C0550C-EFB3-44D2-8EF5-4FF4F963D0B9}" dt="2025-06-22T02:19:22.596" v="84" actId="113"/>
          <ac:spMkLst>
            <pc:docMk/>
            <pc:sldMk cId="4037713441" sldId="468"/>
            <ac:spMk id="2" creationId="{00000000-0000-0000-0000-000000000000}"/>
          </ac:spMkLst>
        </pc:spChg>
      </pc:sldChg>
      <pc:sldChg chg="modSp modAnim">
        <pc:chgData name="Naimish Vadodariya" userId="d2e325c0593a319e" providerId="LiveId" clId="{21C0550C-EFB3-44D2-8EF5-4FF4F963D0B9}" dt="2025-06-22T02:38:24.429" v="244" actId="20577"/>
        <pc:sldMkLst>
          <pc:docMk/>
          <pc:sldMk cId="1840747540" sldId="473"/>
        </pc:sldMkLst>
        <pc:spChg chg="mod">
          <ac:chgData name="Naimish Vadodariya" userId="d2e325c0593a319e" providerId="LiveId" clId="{21C0550C-EFB3-44D2-8EF5-4FF4F963D0B9}" dt="2025-06-22T02:38:24.429" v="244" actId="20577"/>
          <ac:spMkLst>
            <pc:docMk/>
            <pc:sldMk cId="1840747540" sldId="473"/>
            <ac:spMk id="2" creationId="{00000000-0000-0000-0000-000000000000}"/>
          </ac:spMkLst>
        </pc:spChg>
      </pc:sldChg>
      <pc:sldChg chg="addSp modSp mod modAnim">
        <pc:chgData name="Naimish Vadodariya" userId="d2e325c0593a319e" providerId="LiveId" clId="{21C0550C-EFB3-44D2-8EF5-4FF4F963D0B9}" dt="2025-06-22T03:19:10.160" v="278"/>
        <pc:sldMkLst>
          <pc:docMk/>
          <pc:sldMk cId="1565427949" sldId="494"/>
        </pc:sldMkLst>
        <pc:graphicFrameChg chg="add mod modGraphic">
          <ac:chgData name="Naimish Vadodariya" userId="d2e325c0593a319e" providerId="LiveId" clId="{21C0550C-EFB3-44D2-8EF5-4FF4F963D0B9}" dt="2025-06-22T02:11:21.873" v="59"/>
          <ac:graphicFrameMkLst>
            <pc:docMk/>
            <pc:sldMk cId="1565427949" sldId="494"/>
            <ac:graphicFrameMk id="2" creationId="{89CC2D7B-5A69-1832-A653-1673B23D065E}"/>
          </ac:graphicFrameMkLst>
        </pc:graphicFrameChg>
        <pc:graphicFrameChg chg="modGraphic">
          <ac:chgData name="Naimish Vadodariya" userId="d2e325c0593a319e" providerId="LiveId" clId="{21C0550C-EFB3-44D2-8EF5-4FF4F963D0B9}" dt="2025-06-22T02:10:07.917" v="27" actId="14100"/>
          <ac:graphicFrameMkLst>
            <pc:docMk/>
            <pc:sldMk cId="1565427949" sldId="494"/>
            <ac:graphicFrameMk id="4" creationId="{C92F7514-3F25-7A64-ED60-A833A940CE92}"/>
          </ac:graphicFrameMkLst>
        </pc:graphicFrameChg>
        <pc:graphicFrameChg chg="add mod modGraphic">
          <ac:chgData name="Naimish Vadodariya" userId="d2e325c0593a319e" providerId="LiveId" clId="{21C0550C-EFB3-44D2-8EF5-4FF4F963D0B9}" dt="2025-06-22T02:11:11.506" v="44" actId="14100"/>
          <ac:graphicFrameMkLst>
            <pc:docMk/>
            <pc:sldMk cId="1565427949" sldId="494"/>
            <ac:graphicFrameMk id="5" creationId="{62C5FEDF-0B64-63E0-2AFD-8C034DD9030A}"/>
          </ac:graphicFrameMkLst>
        </pc:graphicFrameChg>
        <pc:picChg chg="add mod">
          <ac:chgData name="Naimish Vadodariya" userId="d2e325c0593a319e" providerId="LiveId" clId="{21C0550C-EFB3-44D2-8EF5-4FF4F963D0B9}" dt="2025-06-22T03:19:00.875" v="277"/>
          <ac:picMkLst>
            <pc:docMk/>
            <pc:sldMk cId="1565427949" sldId="494"/>
            <ac:picMk id="7" creationId="{33AF4C03-1D62-20C4-01C7-866C979DDE54}"/>
          </ac:picMkLst>
        </pc:picChg>
      </pc:sldChg>
      <pc:sldChg chg="addSp delSp modSp new mod modAnim">
        <pc:chgData name="Naimish Vadodariya" userId="d2e325c0593a319e" providerId="LiveId" clId="{21C0550C-EFB3-44D2-8EF5-4FF4F963D0B9}" dt="2025-06-22T03:06:47.614" v="263"/>
        <pc:sldMkLst>
          <pc:docMk/>
          <pc:sldMk cId="1647286116" sldId="495"/>
        </pc:sldMkLst>
        <pc:spChg chg="del">
          <ac:chgData name="Naimish Vadodariya" userId="d2e325c0593a319e" providerId="LiveId" clId="{21C0550C-EFB3-44D2-8EF5-4FF4F963D0B9}" dt="2025-06-22T02:19:53.861" v="94"/>
          <ac:spMkLst>
            <pc:docMk/>
            <pc:sldMk cId="1647286116" sldId="495"/>
            <ac:spMk id="2" creationId="{A7A1CDED-2AF3-F67C-B372-CB5E1D378163}"/>
          </ac:spMkLst>
        </pc:spChg>
        <pc:spChg chg="mod">
          <ac:chgData name="Naimish Vadodariya" userId="d2e325c0593a319e" providerId="LiveId" clId="{21C0550C-EFB3-44D2-8EF5-4FF4F963D0B9}" dt="2025-06-22T02:24:04.570" v="127" actId="20577"/>
          <ac:spMkLst>
            <pc:docMk/>
            <pc:sldMk cId="1647286116" sldId="495"/>
            <ac:spMk id="3" creationId="{153A7896-DA25-FB37-0A5D-A31807537B46}"/>
          </ac:spMkLst>
        </pc:spChg>
        <pc:picChg chg="add mod modCrop">
          <ac:chgData name="Naimish Vadodariya" userId="d2e325c0593a319e" providerId="LiveId" clId="{21C0550C-EFB3-44D2-8EF5-4FF4F963D0B9}" dt="2025-06-22T03:06:42.074" v="262" actId="1076"/>
          <ac:picMkLst>
            <pc:docMk/>
            <pc:sldMk cId="1647286116" sldId="495"/>
            <ac:picMk id="5" creationId="{02BB35CD-5C65-0E25-341D-AA68E412F61A}"/>
          </ac:picMkLst>
        </pc:picChg>
        <pc:picChg chg="add mod">
          <ac:chgData name="Naimish Vadodariya" userId="d2e325c0593a319e" providerId="LiveId" clId="{21C0550C-EFB3-44D2-8EF5-4FF4F963D0B9}" dt="2025-06-22T03:06:33.534" v="261" actId="1076"/>
          <ac:picMkLst>
            <pc:docMk/>
            <pc:sldMk cId="1647286116" sldId="495"/>
            <ac:picMk id="7" creationId="{AEC523D1-C513-9A5B-119A-82A4118BE7BF}"/>
          </ac:picMkLst>
        </pc:picChg>
      </pc:sldChg>
      <pc:sldChg chg="new del">
        <pc:chgData name="Naimish Vadodariya" userId="d2e325c0593a319e" providerId="LiveId" clId="{21C0550C-EFB3-44D2-8EF5-4FF4F963D0B9}" dt="2025-06-22T02:14:49.375" v="73" actId="47"/>
        <pc:sldMkLst>
          <pc:docMk/>
          <pc:sldMk cId="1936060742" sldId="495"/>
        </pc:sldMkLst>
      </pc:sldChg>
      <pc:sldChg chg="addSp delSp modSp new mod modAnim">
        <pc:chgData name="Naimish Vadodariya" userId="d2e325c0593a319e" providerId="LiveId" clId="{21C0550C-EFB3-44D2-8EF5-4FF4F963D0B9}" dt="2025-06-22T02:33:36.857" v="241" actId="1076"/>
        <pc:sldMkLst>
          <pc:docMk/>
          <pc:sldMk cId="2310109629" sldId="496"/>
        </pc:sldMkLst>
        <pc:spChg chg="del">
          <ac:chgData name="Naimish Vadodariya" userId="d2e325c0593a319e" providerId="LiveId" clId="{21C0550C-EFB3-44D2-8EF5-4FF4F963D0B9}" dt="2025-06-22T02:24:43.444" v="129" actId="3680"/>
          <ac:spMkLst>
            <pc:docMk/>
            <pc:sldMk cId="2310109629" sldId="496"/>
            <ac:spMk id="2" creationId="{EE42450C-0610-652B-DE02-5DCF1F160AD2}"/>
          </ac:spMkLst>
        </pc:spChg>
        <pc:spChg chg="mod">
          <ac:chgData name="Naimish Vadodariya" userId="d2e325c0593a319e" providerId="LiveId" clId="{21C0550C-EFB3-44D2-8EF5-4FF4F963D0B9}" dt="2025-06-22T02:32:25.250" v="237" actId="20577"/>
          <ac:spMkLst>
            <pc:docMk/>
            <pc:sldMk cId="2310109629" sldId="496"/>
            <ac:spMk id="3" creationId="{10FFE245-2082-F0FF-DACC-2F6008E25A44}"/>
          </ac:spMkLst>
        </pc:spChg>
        <pc:spChg chg="add mod">
          <ac:chgData name="Naimish Vadodariya" userId="d2e325c0593a319e" providerId="LiveId" clId="{21C0550C-EFB3-44D2-8EF5-4FF4F963D0B9}" dt="2025-06-22T02:33:25.817" v="240" actId="14100"/>
          <ac:spMkLst>
            <pc:docMk/>
            <pc:sldMk cId="2310109629" sldId="496"/>
            <ac:spMk id="6" creationId="{DF3B4DB9-F786-B868-2CC8-2BAA0CCA226D}"/>
          </ac:spMkLst>
        </pc:spChg>
        <pc:spChg chg="add del">
          <ac:chgData name="Naimish Vadodariya" userId="d2e325c0593a319e" providerId="LiveId" clId="{21C0550C-EFB3-44D2-8EF5-4FF4F963D0B9}" dt="2025-06-22T02:30:58.350" v="204" actId="11529"/>
          <ac:spMkLst>
            <pc:docMk/>
            <pc:sldMk cId="2310109629" sldId="496"/>
            <ac:spMk id="7" creationId="{569241DA-EC41-85FD-4AB9-6CFAA5239182}"/>
          </ac:spMkLst>
        </pc:spChg>
        <pc:graphicFrameChg chg="add mod ord modGraphic">
          <ac:chgData name="Naimish Vadodariya" userId="d2e325c0593a319e" providerId="LiveId" clId="{21C0550C-EFB3-44D2-8EF5-4FF4F963D0B9}" dt="2025-06-22T02:27:36.080" v="170" actId="403"/>
          <ac:graphicFrameMkLst>
            <pc:docMk/>
            <pc:sldMk cId="2310109629" sldId="496"/>
            <ac:graphicFrameMk id="4" creationId="{D6BE1046-5FF3-9EB5-9860-ED864F16C5FB}"/>
          </ac:graphicFrameMkLst>
        </pc:graphicFrameChg>
        <pc:graphicFrameChg chg="add mod modGraphic">
          <ac:chgData name="Naimish Vadodariya" userId="d2e325c0593a319e" providerId="LiveId" clId="{21C0550C-EFB3-44D2-8EF5-4FF4F963D0B9}" dt="2025-06-22T02:33:36.857" v="241" actId="1076"/>
          <ac:graphicFrameMkLst>
            <pc:docMk/>
            <pc:sldMk cId="2310109629" sldId="496"/>
            <ac:graphicFrameMk id="5" creationId="{B6FBD991-797A-C8D8-C81C-911D29F43B77}"/>
          </ac:graphicFrameMkLst>
        </pc:graphicFrameChg>
      </pc:sldChg>
    </pc:docChg>
  </pc:docChgLst>
  <pc:docChgLst>
    <pc:chgData name="Naimish Vadodariya" userId="d2e325c0593a319e" providerId="LiveId" clId="{0F675715-7BC5-419F-A852-9E939943AA9D}"/>
    <pc:docChg chg="undo custSel addSld delSld modSld">
      <pc:chgData name="Naimish Vadodariya" userId="d2e325c0593a319e" providerId="LiveId" clId="{0F675715-7BC5-419F-A852-9E939943AA9D}" dt="2023-01-23T02:54:32.340" v="519" actId="20577"/>
      <pc:docMkLst>
        <pc:docMk/>
      </pc:docMkLst>
      <pc:sldChg chg="modSp modAnim">
        <pc:chgData name="Naimish Vadodariya" userId="d2e325c0593a319e" providerId="LiveId" clId="{0F675715-7BC5-419F-A852-9E939943AA9D}" dt="2023-01-17T04:52:53.679" v="400" actId="20577"/>
        <pc:sldMkLst>
          <pc:docMk/>
          <pc:sldMk cId="4216305698" sldId="292"/>
        </pc:sldMkLst>
      </pc:sldChg>
      <pc:sldChg chg="modSp modAnim">
        <pc:chgData name="Naimish Vadodariya" userId="d2e325c0593a319e" providerId="LiveId" clId="{0F675715-7BC5-419F-A852-9E939943AA9D}" dt="2023-01-17T04:30:52.612" v="166" actId="20577"/>
        <pc:sldMkLst>
          <pc:docMk/>
          <pc:sldMk cId="4119392232" sldId="311"/>
        </pc:sldMkLst>
      </pc:sldChg>
      <pc:sldChg chg="modSp mod modAnim">
        <pc:chgData name="Naimish Vadodariya" userId="d2e325c0593a319e" providerId="LiveId" clId="{0F675715-7BC5-419F-A852-9E939943AA9D}" dt="2023-01-17T04:32:38.728" v="180" actId="1076"/>
        <pc:sldMkLst>
          <pc:docMk/>
          <pc:sldMk cId="2063409194" sldId="312"/>
        </pc:sldMkLst>
      </pc:sldChg>
      <pc:sldChg chg="modSp mod">
        <pc:chgData name="Naimish Vadodariya" userId="d2e325c0593a319e" providerId="LiveId" clId="{0F675715-7BC5-419F-A852-9E939943AA9D}" dt="2023-01-17T04:33:18.217" v="219" actId="20577"/>
        <pc:sldMkLst>
          <pc:docMk/>
          <pc:sldMk cId="2733917320" sldId="314"/>
        </pc:sldMkLst>
      </pc:sldChg>
      <pc:sldChg chg="modSp mod">
        <pc:chgData name="Naimish Vadodariya" userId="d2e325c0593a319e" providerId="LiveId" clId="{0F675715-7BC5-419F-A852-9E939943AA9D}" dt="2023-01-17T04:33:39.587" v="221" actId="14100"/>
        <pc:sldMkLst>
          <pc:docMk/>
          <pc:sldMk cId="1662067996" sldId="318"/>
        </pc:sldMkLst>
      </pc:sldChg>
      <pc:sldChg chg="modSp del mod">
        <pc:chgData name="Naimish Vadodariya" userId="d2e325c0593a319e" providerId="LiveId" clId="{0F675715-7BC5-419F-A852-9E939943AA9D}" dt="2023-01-17T04:34:35.672" v="226" actId="2696"/>
        <pc:sldMkLst>
          <pc:docMk/>
          <pc:sldMk cId="2610991813" sldId="324"/>
        </pc:sldMkLst>
      </pc:sldChg>
      <pc:sldChg chg="modSp modAnim">
        <pc:chgData name="Naimish Vadodariya" userId="d2e325c0593a319e" providerId="LiveId" clId="{0F675715-7BC5-419F-A852-9E939943AA9D}" dt="2023-01-17T04:34:30.058" v="225" actId="404"/>
        <pc:sldMkLst>
          <pc:docMk/>
          <pc:sldMk cId="2466307806" sldId="325"/>
        </pc:sldMkLst>
      </pc:sldChg>
      <pc:sldChg chg="modSp">
        <pc:chgData name="Naimish Vadodariya" userId="d2e325c0593a319e" providerId="LiveId" clId="{0F675715-7BC5-419F-A852-9E939943AA9D}" dt="2023-01-16T02:40:33.553" v="93" actId="113"/>
        <pc:sldMkLst>
          <pc:docMk/>
          <pc:sldMk cId="2121103112" sldId="326"/>
        </pc:sldMkLst>
      </pc:sldChg>
      <pc:sldChg chg="modSp">
        <pc:chgData name="Naimish Vadodariya" userId="d2e325c0593a319e" providerId="LiveId" clId="{0F675715-7BC5-419F-A852-9E939943AA9D}" dt="2023-01-16T02:40:37.715" v="94" actId="113"/>
        <pc:sldMkLst>
          <pc:docMk/>
          <pc:sldMk cId="1453523635" sldId="327"/>
        </pc:sldMkLst>
      </pc:sldChg>
      <pc:sldChg chg="modSp">
        <pc:chgData name="Naimish Vadodariya" userId="d2e325c0593a319e" providerId="LiveId" clId="{0F675715-7BC5-419F-A852-9E939943AA9D}" dt="2023-01-16T02:40:49.528" v="96" actId="113"/>
        <pc:sldMkLst>
          <pc:docMk/>
          <pc:sldMk cId="3425114414" sldId="328"/>
        </pc:sldMkLst>
      </pc:sldChg>
      <pc:sldChg chg="modSp mod">
        <pc:chgData name="Naimish Vadodariya" userId="d2e325c0593a319e" providerId="LiveId" clId="{0F675715-7BC5-419F-A852-9E939943AA9D}" dt="2023-01-16T02:40:58.555" v="98" actId="113"/>
        <pc:sldMkLst>
          <pc:docMk/>
          <pc:sldMk cId="4255081710" sldId="329"/>
        </pc:sldMkLst>
      </pc:sldChg>
      <pc:sldChg chg="del mod modShow">
        <pc:chgData name="Naimish Vadodariya" userId="d2e325c0593a319e" providerId="LiveId" clId="{0F675715-7BC5-419F-A852-9E939943AA9D}" dt="2023-01-23T02:53:29.424" v="403" actId="2696"/>
        <pc:sldMkLst>
          <pc:docMk/>
          <pc:sldMk cId="511572957" sldId="343"/>
        </pc:sldMkLst>
      </pc:sldChg>
      <pc:sldChg chg="del mod modShow">
        <pc:chgData name="Naimish Vadodariya" userId="d2e325c0593a319e" providerId="LiveId" clId="{0F675715-7BC5-419F-A852-9E939943AA9D}" dt="2023-01-23T02:53:29.424" v="403" actId="2696"/>
        <pc:sldMkLst>
          <pc:docMk/>
          <pc:sldMk cId="1940672176" sldId="344"/>
        </pc:sldMkLst>
      </pc:sldChg>
      <pc:sldChg chg="modSp modAnim">
        <pc:chgData name="Naimish Vadodariya" userId="d2e325c0593a319e" providerId="LiveId" clId="{0F675715-7BC5-419F-A852-9E939943AA9D}" dt="2023-01-23T02:54:32.340" v="519" actId="20577"/>
        <pc:sldMkLst>
          <pc:docMk/>
          <pc:sldMk cId="1610840491" sldId="346"/>
        </pc:sldMkLst>
      </pc:sldChg>
      <pc:sldChg chg="delSp modSp del mod delAnim modAnim modShow">
        <pc:chgData name="Naimish Vadodariya" userId="d2e325c0593a319e" providerId="LiveId" clId="{0F675715-7BC5-419F-A852-9E939943AA9D}" dt="2023-01-23T02:53:05.856" v="402" actId="2696"/>
        <pc:sldMkLst>
          <pc:docMk/>
          <pc:sldMk cId="2415440773" sldId="347"/>
        </pc:sldMkLst>
      </pc:sldChg>
      <pc:sldChg chg="del">
        <pc:chgData name="Naimish Vadodariya" userId="d2e325c0593a319e" providerId="LiveId" clId="{0F675715-7BC5-419F-A852-9E939943AA9D}" dt="2023-01-16T02:34:31.958" v="17" actId="2696"/>
        <pc:sldMkLst>
          <pc:docMk/>
          <pc:sldMk cId="2295940979" sldId="348"/>
        </pc:sldMkLst>
      </pc:sldChg>
      <pc:sldChg chg="modSp">
        <pc:chgData name="Naimish Vadodariya" userId="d2e325c0593a319e" providerId="LiveId" clId="{0F675715-7BC5-419F-A852-9E939943AA9D}" dt="2023-01-17T04:30:08.628" v="121" actId="113"/>
        <pc:sldMkLst>
          <pc:docMk/>
          <pc:sldMk cId="3810644495" sldId="349"/>
        </pc:sldMkLst>
      </pc:sldChg>
      <pc:sldChg chg="modSp mod modAnim">
        <pc:chgData name="Naimish Vadodariya" userId="d2e325c0593a319e" providerId="LiveId" clId="{0F675715-7BC5-419F-A852-9E939943AA9D}" dt="2023-01-17T04:27:35.666" v="107"/>
        <pc:sldMkLst>
          <pc:docMk/>
          <pc:sldMk cId="3529687291" sldId="350"/>
        </pc:sldMkLst>
      </pc:sldChg>
      <pc:sldChg chg="modSp mod">
        <pc:chgData name="Naimish Vadodariya" userId="d2e325c0593a319e" providerId="LiveId" clId="{0F675715-7BC5-419F-A852-9E939943AA9D}" dt="2023-01-17T04:28:52.305" v="117" actId="207"/>
        <pc:sldMkLst>
          <pc:docMk/>
          <pc:sldMk cId="1545860125" sldId="351"/>
        </pc:sldMkLst>
      </pc:sldChg>
      <pc:sldChg chg="add mod modShow">
        <pc:chgData name="Naimish Vadodariya" userId="d2e325c0593a319e" providerId="LiveId" clId="{0F675715-7BC5-419F-A852-9E939943AA9D}" dt="2023-01-23T02:53:01.990" v="401" actId="729"/>
        <pc:sldMkLst>
          <pc:docMk/>
          <pc:sldMk cId="3675047237" sldId="352"/>
        </pc:sldMkLst>
      </pc:sldChg>
    </pc:docChg>
  </pc:docChgLst>
  <pc:docChgLst>
    <pc:chgData name="Naimish Vadodariya" userId="d2e325c0593a319e" providerId="LiveId" clId="{0C20591F-2EC1-4F3F-A659-EF792F057E2D}"/>
    <pc:docChg chg="custSel addSld modSld sldOrd modMainMaster">
      <pc:chgData name="Naimish Vadodariya" userId="d2e325c0593a319e" providerId="LiveId" clId="{0C20591F-2EC1-4F3F-A659-EF792F057E2D}" dt="2022-02-07T03:52:42.776" v="462" actId="20577"/>
      <pc:docMkLst>
        <pc:docMk/>
      </pc:docMkLst>
      <pc:sldChg chg="modSp ord modAnim">
        <pc:chgData name="Naimish Vadodariya" userId="d2e325c0593a319e" providerId="LiveId" clId="{0C20591F-2EC1-4F3F-A659-EF792F057E2D}" dt="2022-02-07T03:09:38.703" v="217"/>
        <pc:sldMkLst>
          <pc:docMk/>
          <pc:sldMk cId="4216305698" sldId="292"/>
        </pc:sldMkLst>
      </pc:sldChg>
      <pc:sldChg chg="modSp mod">
        <pc:chgData name="Naimish Vadodariya" userId="d2e325c0593a319e" providerId="LiveId" clId="{0C20591F-2EC1-4F3F-A659-EF792F057E2D}" dt="2022-02-03T18:58:45.015" v="128" actId="20577"/>
        <pc:sldMkLst>
          <pc:docMk/>
          <pc:sldMk cId="1600834761" sldId="309"/>
        </pc:sldMkLst>
      </pc:sldChg>
      <pc:sldChg chg="modSp modAnim">
        <pc:chgData name="Naimish Vadodariya" userId="d2e325c0593a319e" providerId="LiveId" clId="{0C20591F-2EC1-4F3F-A659-EF792F057E2D}" dt="2022-02-07T03:11:03.441" v="229" actId="20577"/>
        <pc:sldMkLst>
          <pc:docMk/>
          <pc:sldMk cId="4119392232" sldId="311"/>
        </pc:sldMkLst>
      </pc:sldChg>
      <pc:sldChg chg="modSp">
        <pc:chgData name="Naimish Vadodariya" userId="d2e325c0593a319e" providerId="LiveId" clId="{0C20591F-2EC1-4F3F-A659-EF792F057E2D}" dt="2022-02-07T03:15:29.968" v="230" actId="2710"/>
        <pc:sldMkLst>
          <pc:docMk/>
          <pc:sldMk cId="2063409194" sldId="312"/>
        </pc:sldMkLst>
      </pc:sldChg>
      <pc:sldChg chg="modSp mod">
        <pc:chgData name="Naimish Vadodariya" userId="d2e325c0593a319e" providerId="LiveId" clId="{0C20591F-2EC1-4F3F-A659-EF792F057E2D}" dt="2022-02-03T19:05:15.553" v="202" actId="20577"/>
        <pc:sldMkLst>
          <pc:docMk/>
          <pc:sldMk cId="1453459561" sldId="345"/>
        </pc:sldMkLst>
      </pc:sldChg>
      <pc:sldChg chg="addSp modSp add mod ord modAnim modShow">
        <pc:chgData name="Naimish Vadodariya" userId="d2e325c0593a319e" providerId="LiveId" clId="{0C20591F-2EC1-4F3F-A659-EF792F057E2D}" dt="2022-02-07T03:38:20.894" v="339" actId="729"/>
        <pc:sldMkLst>
          <pc:docMk/>
          <pc:sldMk cId="2415440773" sldId="347"/>
        </pc:sldMkLst>
      </pc:sldChg>
      <pc:sldChg chg="modSp add modAnim">
        <pc:chgData name="Naimish Vadodariya" userId="d2e325c0593a319e" providerId="LiveId" clId="{0C20591F-2EC1-4F3F-A659-EF792F057E2D}" dt="2022-02-07T03:38:59.994" v="353" actId="113"/>
        <pc:sldMkLst>
          <pc:docMk/>
          <pc:sldMk cId="2295940979" sldId="348"/>
        </pc:sldMkLst>
      </pc:sldChg>
      <pc:sldChg chg="modSp new mod modAnim">
        <pc:chgData name="Naimish Vadodariya" userId="d2e325c0593a319e" providerId="LiveId" clId="{0C20591F-2EC1-4F3F-A659-EF792F057E2D}" dt="2022-02-07T03:40:18.572" v="432" actId="403"/>
        <pc:sldMkLst>
          <pc:docMk/>
          <pc:sldMk cId="3810644495" sldId="349"/>
        </pc:sldMkLst>
      </pc:sldChg>
      <pc:sldChg chg="addSp delSp modSp new mod modAnim">
        <pc:chgData name="Naimish Vadodariya" userId="d2e325c0593a319e" providerId="LiveId" clId="{0C20591F-2EC1-4F3F-A659-EF792F057E2D}" dt="2022-02-07T03:42:54.219" v="452" actId="20577"/>
        <pc:sldMkLst>
          <pc:docMk/>
          <pc:sldMk cId="3529687291" sldId="350"/>
        </pc:sldMkLst>
      </pc:sldChg>
      <pc:sldChg chg="addSp modSp new mod modAnim">
        <pc:chgData name="Naimish Vadodariya" userId="d2e325c0593a319e" providerId="LiveId" clId="{0C20591F-2EC1-4F3F-A659-EF792F057E2D}" dt="2022-02-07T03:52:42.776" v="462" actId="20577"/>
        <pc:sldMkLst>
          <pc:docMk/>
          <pc:sldMk cId="1545860125" sldId="351"/>
        </pc:sldMkLst>
      </pc:sldChg>
      <pc:sldMasterChg chg="modSldLayout">
        <pc:chgData name="Naimish Vadodariya" userId="d2e325c0593a319e" providerId="LiveId" clId="{0C20591F-2EC1-4F3F-A659-EF792F057E2D}" dt="2022-02-03T19:05:37.797" v="203" actId="20577"/>
        <pc:sldMasterMkLst>
          <pc:docMk/>
          <pc:sldMasterMk cId="791954662" sldId="2147483648"/>
        </pc:sldMasterMkLst>
        <pc:sldLayoutChg chg="addSp delSp modSp mod">
          <pc:chgData name="Naimish Vadodariya" userId="d2e325c0593a319e" providerId="LiveId" clId="{0C20591F-2EC1-4F3F-A659-EF792F057E2D}" dt="2022-02-03T18:58:13.179" v="99" actId="1076"/>
          <pc:sldLayoutMkLst>
            <pc:docMk/>
            <pc:sldMasterMk cId="791954662" sldId="2147483648"/>
            <pc:sldLayoutMk cId="2731625911" sldId="2147483679"/>
          </pc:sldLayoutMkLst>
        </pc:sldLayoutChg>
        <pc:sldLayoutChg chg="modSp mod">
          <pc:chgData name="Naimish Vadodariya" userId="d2e325c0593a319e" providerId="LiveId" clId="{0C20591F-2EC1-4F3F-A659-EF792F057E2D}" dt="2022-02-03T19:05:37.797" v="203" actId="20577"/>
          <pc:sldLayoutMkLst>
            <pc:docMk/>
            <pc:sldMasterMk cId="791954662" sldId="2147483648"/>
            <pc:sldLayoutMk cId="4202761244" sldId="2147483687"/>
          </pc:sldLayoutMkLst>
        </pc:sldLayoutChg>
      </pc:sldMasterChg>
    </pc:docChg>
  </pc:docChgLst>
  <pc:docChgLst>
    <pc:chgData name="Naimish Vadodariya" userId="d2e325c0593a319e" providerId="LiveId" clId="{7530B1A6-89BA-4ADF-91A6-E40588B67A29}"/>
    <pc:docChg chg="undo custSel addSld delSld modSld modMainMaster">
      <pc:chgData name="Naimish Vadodariya" userId="d2e325c0593a319e" providerId="LiveId" clId="{7530B1A6-89BA-4ADF-91A6-E40588B67A29}" dt="2025-06-23T04:46:15.694" v="481"/>
      <pc:docMkLst>
        <pc:docMk/>
      </pc:docMkLst>
      <pc:sldChg chg="addSp delSp modSp add del mod">
        <pc:chgData name="Naimish Vadodariya" userId="d2e325c0593a319e" providerId="LiveId" clId="{7530B1A6-89BA-4ADF-91A6-E40588B67A29}" dt="2025-06-22T14:02:55.046" v="159" actId="47"/>
        <pc:sldMkLst>
          <pc:docMk/>
          <pc:sldMk cId="3402152466" sldId="257"/>
        </pc:sldMkLst>
        <pc:spChg chg="add mod">
          <ac:chgData name="Naimish Vadodariya" userId="d2e325c0593a319e" providerId="LiveId" clId="{7530B1A6-89BA-4ADF-91A6-E40588B67A29}" dt="2025-06-22T14:02:32.716" v="156" actId="21"/>
          <ac:spMkLst>
            <pc:docMk/>
            <pc:sldMk cId="3402152466" sldId="257"/>
            <ac:spMk id="4" creationId="{E21E47F9-47A9-49A0-9634-2038CA91D8D1}"/>
          </ac:spMkLst>
        </pc:spChg>
        <pc:picChg chg="del">
          <ac:chgData name="Naimish Vadodariya" userId="d2e325c0593a319e" providerId="LiveId" clId="{7530B1A6-89BA-4ADF-91A6-E40588B67A29}" dt="2025-06-22T14:02:32.716" v="156" actId="21"/>
          <ac:picMkLst>
            <pc:docMk/>
            <pc:sldMk cId="3402152466" sldId="257"/>
            <ac:picMk id="9" creationId="{24C39B37-D8E3-266C-20AB-6EAA24F37681}"/>
          </ac:picMkLst>
        </pc:picChg>
      </pc:sldChg>
      <pc:sldChg chg="addSp delSp modSp add del mod">
        <pc:chgData name="Naimish Vadodariya" userId="d2e325c0593a319e" providerId="LiveId" clId="{7530B1A6-89BA-4ADF-91A6-E40588B67A29}" dt="2025-06-22T14:03:39.870" v="179" actId="47"/>
        <pc:sldMkLst>
          <pc:docMk/>
          <pc:sldMk cId="396913582" sldId="258"/>
        </pc:sldMkLst>
        <pc:spChg chg="mod">
          <ac:chgData name="Naimish Vadodariya" userId="d2e325c0593a319e" providerId="LiveId" clId="{7530B1A6-89BA-4ADF-91A6-E40588B67A29}" dt="2025-06-22T14:03:05.521" v="161" actId="21"/>
          <ac:spMkLst>
            <pc:docMk/>
            <pc:sldMk cId="396913582" sldId="258"/>
            <ac:spMk id="2" creationId="{CB07914A-D359-0068-B988-ECF0F2884D84}"/>
          </ac:spMkLst>
        </pc:spChg>
        <pc:spChg chg="add mod">
          <ac:chgData name="Naimish Vadodariya" userId="d2e325c0593a319e" providerId="LiveId" clId="{7530B1A6-89BA-4ADF-91A6-E40588B67A29}" dt="2025-06-22T14:03:10.458" v="163" actId="21"/>
          <ac:spMkLst>
            <pc:docMk/>
            <pc:sldMk cId="396913582" sldId="258"/>
            <ac:spMk id="4" creationId="{3552DB00-8497-6BC1-327A-24B4A104D223}"/>
          </ac:spMkLst>
        </pc:spChg>
        <pc:picChg chg="del">
          <ac:chgData name="Naimish Vadodariya" userId="d2e325c0593a319e" providerId="LiveId" clId="{7530B1A6-89BA-4ADF-91A6-E40588B67A29}" dt="2025-06-22T14:03:10.458" v="163" actId="21"/>
          <ac:picMkLst>
            <pc:docMk/>
            <pc:sldMk cId="396913582" sldId="258"/>
            <ac:picMk id="5" creationId="{7C82664E-C3B2-6232-E069-D083E03EF6D8}"/>
          </ac:picMkLst>
        </pc:picChg>
      </pc:sldChg>
      <pc:sldChg chg="addSp delSp modSp add del mod">
        <pc:chgData name="Naimish Vadodariya" userId="d2e325c0593a319e" providerId="LiveId" clId="{7530B1A6-89BA-4ADF-91A6-E40588B67A29}" dt="2025-06-22T14:04:02.251" v="186" actId="47"/>
        <pc:sldMkLst>
          <pc:docMk/>
          <pc:sldMk cId="3022052762" sldId="259"/>
        </pc:sldMkLst>
        <pc:spChg chg="mod">
          <ac:chgData name="Naimish Vadodariya" userId="d2e325c0593a319e" providerId="LiveId" clId="{7530B1A6-89BA-4ADF-91A6-E40588B67A29}" dt="2025-06-22T14:03:48.429" v="181" actId="21"/>
          <ac:spMkLst>
            <pc:docMk/>
            <pc:sldMk cId="3022052762" sldId="259"/>
            <ac:spMk id="2" creationId="{24E0CE57-BB0C-8C29-13F9-9E788E73E1B2}"/>
          </ac:spMkLst>
        </pc:spChg>
        <pc:spChg chg="add mod">
          <ac:chgData name="Naimish Vadodariya" userId="d2e325c0593a319e" providerId="LiveId" clId="{7530B1A6-89BA-4ADF-91A6-E40588B67A29}" dt="2025-06-22T14:03:53.160" v="183" actId="21"/>
          <ac:spMkLst>
            <pc:docMk/>
            <pc:sldMk cId="3022052762" sldId="259"/>
            <ac:spMk id="4" creationId="{493BCD2F-E88B-EF23-0F4C-0E17913E2800}"/>
          </ac:spMkLst>
        </pc:spChg>
        <pc:picChg chg="del">
          <ac:chgData name="Naimish Vadodariya" userId="d2e325c0593a319e" providerId="LiveId" clId="{7530B1A6-89BA-4ADF-91A6-E40588B67A29}" dt="2025-06-22T14:03:53.160" v="183" actId="21"/>
          <ac:picMkLst>
            <pc:docMk/>
            <pc:sldMk cId="3022052762" sldId="259"/>
            <ac:picMk id="5" creationId="{C8837ADF-5224-C30C-CD9A-6EB0237CE139}"/>
          </ac:picMkLst>
        </pc:picChg>
      </pc:sldChg>
      <pc:sldChg chg="addSp delSp modSp add del mod">
        <pc:chgData name="Naimish Vadodariya" userId="d2e325c0593a319e" providerId="LiveId" clId="{7530B1A6-89BA-4ADF-91A6-E40588B67A29}" dt="2025-06-22T14:04:33.281" v="193" actId="47"/>
        <pc:sldMkLst>
          <pc:docMk/>
          <pc:sldMk cId="305110288" sldId="260"/>
        </pc:sldMkLst>
        <pc:spChg chg="mod">
          <ac:chgData name="Naimish Vadodariya" userId="d2e325c0593a319e" providerId="LiveId" clId="{7530B1A6-89BA-4ADF-91A6-E40588B67A29}" dt="2025-06-22T14:04:12.939" v="188" actId="21"/>
          <ac:spMkLst>
            <pc:docMk/>
            <pc:sldMk cId="305110288" sldId="260"/>
            <ac:spMk id="2" creationId="{67D679F3-BEF3-97E9-AA70-50FD73B61229}"/>
          </ac:spMkLst>
        </pc:spChg>
        <pc:spChg chg="add mod">
          <ac:chgData name="Naimish Vadodariya" userId="d2e325c0593a319e" providerId="LiveId" clId="{7530B1A6-89BA-4ADF-91A6-E40588B67A29}" dt="2025-06-22T14:04:17.202" v="190" actId="21"/>
          <ac:spMkLst>
            <pc:docMk/>
            <pc:sldMk cId="305110288" sldId="260"/>
            <ac:spMk id="4" creationId="{DA44B179-4D05-4D53-4983-621A81ED58ED}"/>
          </ac:spMkLst>
        </pc:spChg>
        <pc:picChg chg="del">
          <ac:chgData name="Naimish Vadodariya" userId="d2e325c0593a319e" providerId="LiveId" clId="{7530B1A6-89BA-4ADF-91A6-E40588B67A29}" dt="2025-06-22T14:04:17.202" v="190" actId="21"/>
          <ac:picMkLst>
            <pc:docMk/>
            <pc:sldMk cId="305110288" sldId="260"/>
            <ac:picMk id="5" creationId="{3DFD2C59-4526-82C5-5B77-918215A8AF46}"/>
          </ac:picMkLst>
        </pc:picChg>
      </pc:sldChg>
      <pc:sldChg chg="modSp add del mod">
        <pc:chgData name="Naimish Vadodariya" userId="d2e325c0593a319e" providerId="LiveId" clId="{7530B1A6-89BA-4ADF-91A6-E40588B67A29}" dt="2025-06-22T14:06:17.402" v="199" actId="47"/>
        <pc:sldMkLst>
          <pc:docMk/>
          <pc:sldMk cId="578023047" sldId="261"/>
        </pc:sldMkLst>
        <pc:spChg chg="mod">
          <ac:chgData name="Naimish Vadodariya" userId="d2e325c0593a319e" providerId="LiveId" clId="{7530B1A6-89BA-4ADF-91A6-E40588B67A29}" dt="2025-06-22T14:06:04.778" v="195" actId="21"/>
          <ac:spMkLst>
            <pc:docMk/>
            <pc:sldMk cId="578023047" sldId="261"/>
            <ac:spMk id="2" creationId="{731394FB-F643-DDD0-5084-04ACCE0D3C18}"/>
          </ac:spMkLst>
        </pc:spChg>
        <pc:spChg chg="mod">
          <ac:chgData name="Naimish Vadodariya" userId="d2e325c0593a319e" providerId="LiveId" clId="{7530B1A6-89BA-4ADF-91A6-E40588B67A29}" dt="2025-06-22T14:06:11.198" v="197" actId="21"/>
          <ac:spMkLst>
            <pc:docMk/>
            <pc:sldMk cId="578023047" sldId="261"/>
            <ac:spMk id="3" creationId="{BA6636FD-8D05-87EB-587C-9CDEB5B01ED3}"/>
          </ac:spMkLst>
        </pc:spChg>
      </pc:sldChg>
      <pc:sldChg chg="delSp add del mod">
        <pc:chgData name="Naimish Vadodariya" userId="d2e325c0593a319e" providerId="LiveId" clId="{7530B1A6-89BA-4ADF-91A6-E40588B67A29}" dt="2025-06-22T14:08:40.166" v="252" actId="47"/>
        <pc:sldMkLst>
          <pc:docMk/>
          <pc:sldMk cId="4193143459" sldId="262"/>
        </pc:sldMkLst>
        <pc:picChg chg="del">
          <ac:chgData name="Naimish Vadodariya" userId="d2e325c0593a319e" providerId="LiveId" clId="{7530B1A6-89BA-4ADF-91A6-E40588B67A29}" dt="2025-06-22T14:08:23.716" v="249" actId="21"/>
          <ac:picMkLst>
            <pc:docMk/>
            <pc:sldMk cId="4193143459" sldId="262"/>
            <ac:picMk id="5" creationId="{B31AB6D2-E4D2-9B34-311B-9120D646F797}"/>
          </ac:picMkLst>
        </pc:picChg>
        <pc:picChg chg="del">
          <ac:chgData name="Naimish Vadodariya" userId="d2e325c0593a319e" providerId="LiveId" clId="{7530B1A6-89BA-4ADF-91A6-E40588B67A29}" dt="2025-06-22T14:08:23.716" v="249" actId="21"/>
          <ac:picMkLst>
            <pc:docMk/>
            <pc:sldMk cId="4193143459" sldId="262"/>
            <ac:picMk id="7" creationId="{F592868D-B1C7-0714-0825-CFDB04F1EB0C}"/>
          </ac:picMkLst>
        </pc:picChg>
      </pc:sldChg>
      <pc:sldChg chg="delSp modSp add del mod">
        <pc:chgData name="Naimish Vadodariya" userId="d2e325c0593a319e" providerId="LiveId" clId="{7530B1A6-89BA-4ADF-91A6-E40588B67A29}" dt="2025-06-22T14:09:10.350" v="259" actId="47"/>
        <pc:sldMkLst>
          <pc:docMk/>
          <pc:sldMk cId="3030440877" sldId="263"/>
        </pc:sldMkLst>
        <pc:spChg chg="mod">
          <ac:chgData name="Naimish Vadodariya" userId="d2e325c0593a319e" providerId="LiveId" clId="{7530B1A6-89BA-4ADF-91A6-E40588B67A29}" dt="2025-06-22T14:08:49.934" v="254" actId="21"/>
          <ac:spMkLst>
            <pc:docMk/>
            <pc:sldMk cId="3030440877" sldId="263"/>
            <ac:spMk id="2" creationId="{AC704AE6-6837-8C74-B6C5-70B696ACA999}"/>
          </ac:spMkLst>
        </pc:spChg>
        <pc:picChg chg="del">
          <ac:chgData name="Naimish Vadodariya" userId="d2e325c0593a319e" providerId="LiveId" clId="{7530B1A6-89BA-4ADF-91A6-E40588B67A29}" dt="2025-06-22T14:08:54.440" v="256" actId="21"/>
          <ac:picMkLst>
            <pc:docMk/>
            <pc:sldMk cId="3030440877" sldId="263"/>
            <ac:picMk id="5" creationId="{0BE065E7-0432-BC84-823A-142CDF61AE26}"/>
          </ac:picMkLst>
        </pc:picChg>
      </pc:sldChg>
      <pc:sldChg chg="modSp add del mod">
        <pc:chgData name="Naimish Vadodariya" userId="d2e325c0593a319e" providerId="LiveId" clId="{7530B1A6-89BA-4ADF-91A6-E40588B67A29}" dt="2025-06-22T14:41:34.137" v="299" actId="47"/>
        <pc:sldMkLst>
          <pc:docMk/>
          <pc:sldMk cId="4262024561" sldId="264"/>
        </pc:sldMkLst>
        <pc:spChg chg="mod">
          <ac:chgData name="Naimish Vadodariya" userId="d2e325c0593a319e" providerId="LiveId" clId="{7530B1A6-89BA-4ADF-91A6-E40588B67A29}" dt="2025-06-22T14:09:20.907" v="261" actId="21"/>
          <ac:spMkLst>
            <pc:docMk/>
            <pc:sldMk cId="4262024561" sldId="264"/>
            <ac:spMk id="2" creationId="{85010102-D0DB-BC57-1C70-4CED8746757E}"/>
          </ac:spMkLst>
        </pc:spChg>
        <pc:spChg chg="mod">
          <ac:chgData name="Naimish Vadodariya" userId="d2e325c0593a319e" providerId="LiveId" clId="{7530B1A6-89BA-4ADF-91A6-E40588B67A29}" dt="2025-06-22T14:09:26.997" v="263" actId="21"/>
          <ac:spMkLst>
            <pc:docMk/>
            <pc:sldMk cId="4262024561" sldId="264"/>
            <ac:spMk id="3" creationId="{BE226820-5665-EB50-0F8D-F00A8D78021B}"/>
          </ac:spMkLst>
        </pc:spChg>
      </pc:sldChg>
      <pc:sldChg chg="delSp modSp add del mod">
        <pc:chgData name="Naimish Vadodariya" userId="d2e325c0593a319e" providerId="LiveId" clId="{7530B1A6-89BA-4ADF-91A6-E40588B67A29}" dt="2025-06-22T14:07:22.559" v="213" actId="47"/>
        <pc:sldMkLst>
          <pc:docMk/>
          <pc:sldMk cId="1031725470" sldId="265"/>
        </pc:sldMkLst>
        <pc:spChg chg="mod">
          <ac:chgData name="Naimish Vadodariya" userId="d2e325c0593a319e" providerId="LiveId" clId="{7530B1A6-89BA-4ADF-91A6-E40588B67A29}" dt="2025-06-22T14:06:40.661" v="203" actId="21"/>
          <ac:spMkLst>
            <pc:docMk/>
            <pc:sldMk cId="1031725470" sldId="265"/>
            <ac:spMk id="2" creationId="{761880ED-83F0-ED1E-11C9-4E54182E9186}"/>
          </ac:spMkLst>
        </pc:spChg>
        <pc:picChg chg="del">
          <ac:chgData name="Naimish Vadodariya" userId="d2e325c0593a319e" providerId="LiveId" clId="{7530B1A6-89BA-4ADF-91A6-E40588B67A29}" dt="2025-06-22T14:07:09.746" v="209" actId="21"/>
          <ac:picMkLst>
            <pc:docMk/>
            <pc:sldMk cId="1031725470" sldId="265"/>
            <ac:picMk id="5" creationId="{63ABA048-7A44-42AA-6B5B-1C8ECCEEDBAA}"/>
          </ac:picMkLst>
        </pc:picChg>
      </pc:sldChg>
      <pc:sldChg chg="addSp delSp modSp add del mod">
        <pc:chgData name="Naimish Vadodariya" userId="d2e325c0593a319e" providerId="LiveId" clId="{7530B1A6-89BA-4ADF-91A6-E40588B67A29}" dt="2025-06-22T14:07:46.246" v="239" actId="47"/>
        <pc:sldMkLst>
          <pc:docMk/>
          <pc:sldMk cId="772599514" sldId="266"/>
        </pc:sldMkLst>
        <pc:spChg chg="add mod">
          <ac:chgData name="Naimish Vadodariya" userId="d2e325c0593a319e" providerId="LiveId" clId="{7530B1A6-89BA-4ADF-91A6-E40588B67A29}" dt="2025-06-22T14:07:34.982" v="236" actId="21"/>
          <ac:spMkLst>
            <pc:docMk/>
            <pc:sldMk cId="772599514" sldId="266"/>
            <ac:spMk id="4" creationId="{07A281FB-E7A9-4329-8DEE-44D5F703E8B3}"/>
          </ac:spMkLst>
        </pc:spChg>
        <pc:picChg chg="del mod">
          <ac:chgData name="Naimish Vadodariya" userId="d2e325c0593a319e" providerId="LiveId" clId="{7530B1A6-89BA-4ADF-91A6-E40588B67A29}" dt="2025-06-22T14:07:34.982" v="236" actId="21"/>
          <ac:picMkLst>
            <pc:docMk/>
            <pc:sldMk cId="772599514" sldId="266"/>
            <ac:picMk id="5" creationId="{CCBF9986-B329-F92A-D7E3-0BD4B782FECD}"/>
          </ac:picMkLst>
        </pc:picChg>
      </pc:sldChg>
      <pc:sldChg chg="delSp modSp add del mod">
        <pc:chgData name="Naimish Vadodariya" userId="d2e325c0593a319e" providerId="LiveId" clId="{7530B1A6-89BA-4ADF-91A6-E40588B67A29}" dt="2025-06-22T14:08:09.088" v="246" actId="47"/>
        <pc:sldMkLst>
          <pc:docMk/>
          <pc:sldMk cId="1676594760" sldId="267"/>
        </pc:sldMkLst>
        <pc:spChg chg="mod">
          <ac:chgData name="Naimish Vadodariya" userId="d2e325c0593a319e" providerId="LiveId" clId="{7530B1A6-89BA-4ADF-91A6-E40588B67A29}" dt="2025-06-22T14:07:52.705" v="241" actId="21"/>
          <ac:spMkLst>
            <pc:docMk/>
            <pc:sldMk cId="1676594760" sldId="267"/>
            <ac:spMk id="2" creationId="{8BD4E82C-AFB2-2C93-9E45-A50BB6026D14}"/>
          </ac:spMkLst>
        </pc:spChg>
        <pc:picChg chg="del">
          <ac:chgData name="Naimish Vadodariya" userId="d2e325c0593a319e" providerId="LiveId" clId="{7530B1A6-89BA-4ADF-91A6-E40588B67A29}" dt="2025-06-22T14:07:57.366" v="243" actId="21"/>
          <ac:picMkLst>
            <pc:docMk/>
            <pc:sldMk cId="1676594760" sldId="267"/>
            <ac:picMk id="5" creationId="{36333454-414A-2719-C88B-3DA044397F74}"/>
          </ac:picMkLst>
        </pc:picChg>
      </pc:sldChg>
      <pc:sldChg chg="delSp modSp add del mod">
        <pc:chgData name="Naimish Vadodariya" userId="d2e325c0593a319e" providerId="LiveId" clId="{7530B1A6-89BA-4ADF-91A6-E40588B67A29}" dt="2025-06-22T14:42:05.317" v="306" actId="47"/>
        <pc:sldMkLst>
          <pc:docMk/>
          <pc:sldMk cId="3669941178" sldId="268"/>
        </pc:sldMkLst>
        <pc:spChg chg="mod">
          <ac:chgData name="Naimish Vadodariya" userId="d2e325c0593a319e" providerId="LiveId" clId="{7530B1A6-89BA-4ADF-91A6-E40588B67A29}" dt="2025-06-22T14:41:40.599" v="301" actId="21"/>
          <ac:spMkLst>
            <pc:docMk/>
            <pc:sldMk cId="3669941178" sldId="268"/>
            <ac:spMk id="2" creationId="{965EF503-AC5D-283E-ECFF-398ED0380F18}"/>
          </ac:spMkLst>
        </pc:spChg>
        <pc:picChg chg="del">
          <ac:chgData name="Naimish Vadodariya" userId="d2e325c0593a319e" providerId="LiveId" clId="{7530B1A6-89BA-4ADF-91A6-E40588B67A29}" dt="2025-06-22T14:41:44.427" v="303" actId="21"/>
          <ac:picMkLst>
            <pc:docMk/>
            <pc:sldMk cId="3669941178" sldId="268"/>
            <ac:picMk id="5" creationId="{53B9F914-9CF0-A900-BB5D-64C8BEF581BB}"/>
          </ac:picMkLst>
        </pc:picChg>
      </pc:sldChg>
      <pc:sldChg chg="addSp delSp modSp add del mod">
        <pc:chgData name="Naimish Vadodariya" userId="d2e325c0593a319e" providerId="LiveId" clId="{7530B1A6-89BA-4ADF-91A6-E40588B67A29}" dt="2025-06-22T14:42:47.865" v="317" actId="47"/>
        <pc:sldMkLst>
          <pc:docMk/>
          <pc:sldMk cId="419874970" sldId="269"/>
        </pc:sldMkLst>
        <pc:spChg chg="mod">
          <ac:chgData name="Naimish Vadodariya" userId="d2e325c0593a319e" providerId="LiveId" clId="{7530B1A6-89BA-4ADF-91A6-E40588B67A29}" dt="2025-06-22T14:42:14.154" v="308" actId="21"/>
          <ac:spMkLst>
            <pc:docMk/>
            <pc:sldMk cId="419874970" sldId="269"/>
            <ac:spMk id="2" creationId="{A268B095-541E-A784-8E8A-31B8B65E6AE9}"/>
          </ac:spMkLst>
        </pc:spChg>
        <pc:spChg chg="add del mod">
          <ac:chgData name="Naimish Vadodariya" userId="d2e325c0593a319e" providerId="LiveId" clId="{7530B1A6-89BA-4ADF-91A6-E40588B67A29}" dt="2025-06-22T14:42:32.847" v="313" actId="478"/>
          <ac:spMkLst>
            <pc:docMk/>
            <pc:sldMk cId="419874970" sldId="269"/>
            <ac:spMk id="4" creationId="{6D8A2590-4751-E989-1EFF-9755E19C9FA4}"/>
          </ac:spMkLst>
        </pc:spChg>
        <pc:picChg chg="del">
          <ac:chgData name="Naimish Vadodariya" userId="d2e325c0593a319e" providerId="LiveId" clId="{7530B1A6-89BA-4ADF-91A6-E40588B67A29}" dt="2025-06-22T14:42:18.287" v="310" actId="21"/>
          <ac:picMkLst>
            <pc:docMk/>
            <pc:sldMk cId="419874970" sldId="269"/>
            <ac:picMk id="5" creationId="{6BB51FD1-30EC-0590-92AF-AC5C1C985990}"/>
          </ac:picMkLst>
        </pc:picChg>
        <pc:inkChg chg="del">
          <ac:chgData name="Naimish Vadodariya" userId="d2e325c0593a319e" providerId="LiveId" clId="{7530B1A6-89BA-4ADF-91A6-E40588B67A29}" dt="2025-06-22T14:42:36.981" v="314" actId="21"/>
          <ac:inkMkLst>
            <pc:docMk/>
            <pc:sldMk cId="419874970" sldId="269"/>
            <ac:inkMk id="6" creationId="{5706172D-9A68-228A-8AA0-5869ED54B15A}"/>
          </ac:inkMkLst>
        </pc:inkChg>
        <pc:inkChg chg="del">
          <ac:chgData name="Naimish Vadodariya" userId="d2e325c0593a319e" providerId="LiveId" clId="{7530B1A6-89BA-4ADF-91A6-E40588B67A29}" dt="2025-06-22T14:42:36.981" v="314" actId="21"/>
          <ac:inkMkLst>
            <pc:docMk/>
            <pc:sldMk cId="419874970" sldId="269"/>
            <ac:inkMk id="8" creationId="{75C6AF58-FC3F-1AB4-E745-EBE7F31AF100}"/>
          </ac:inkMkLst>
        </pc:inkChg>
      </pc:sldChg>
      <pc:sldChg chg="delSp modSp add del mod">
        <pc:chgData name="Naimish Vadodariya" userId="d2e325c0593a319e" providerId="LiveId" clId="{7530B1A6-89BA-4ADF-91A6-E40588B67A29}" dt="2025-06-22T14:43:13.624" v="327" actId="47"/>
        <pc:sldMkLst>
          <pc:docMk/>
          <pc:sldMk cId="1717817702" sldId="270"/>
        </pc:sldMkLst>
        <pc:spChg chg="mod">
          <ac:chgData name="Naimish Vadodariya" userId="d2e325c0593a319e" providerId="LiveId" clId="{7530B1A6-89BA-4ADF-91A6-E40588B67A29}" dt="2025-06-22T14:42:55.736" v="319" actId="21"/>
          <ac:spMkLst>
            <pc:docMk/>
            <pc:sldMk cId="1717817702" sldId="270"/>
            <ac:spMk id="2" creationId="{B8F47FA1-C375-5A35-FE1A-17FAC7884BB2}"/>
          </ac:spMkLst>
        </pc:spChg>
        <pc:picChg chg="del">
          <ac:chgData name="Naimish Vadodariya" userId="d2e325c0593a319e" providerId="LiveId" clId="{7530B1A6-89BA-4ADF-91A6-E40588B67A29}" dt="2025-06-22T14:42:59.632" v="321" actId="21"/>
          <ac:picMkLst>
            <pc:docMk/>
            <pc:sldMk cId="1717817702" sldId="270"/>
            <ac:picMk id="7" creationId="{0E47C384-C332-F4B0-C0BC-FDD2C4B141B9}"/>
          </ac:picMkLst>
        </pc:picChg>
        <pc:inkChg chg="del">
          <ac:chgData name="Naimish Vadodariya" userId="d2e325c0593a319e" providerId="LiveId" clId="{7530B1A6-89BA-4ADF-91A6-E40588B67A29}" dt="2025-06-22T14:43:07.653" v="324" actId="21"/>
          <ac:inkMkLst>
            <pc:docMk/>
            <pc:sldMk cId="1717817702" sldId="270"/>
            <ac:inkMk id="8" creationId="{5F3F9468-7D99-92A8-FBD2-1844036C5246}"/>
          </ac:inkMkLst>
        </pc:inkChg>
      </pc:sldChg>
      <pc:sldChg chg="addSp delSp modSp add del mod">
        <pc:chgData name="Naimish Vadodariya" userId="d2e325c0593a319e" providerId="LiveId" clId="{7530B1A6-89BA-4ADF-91A6-E40588B67A29}" dt="2025-06-22T14:44:13.634" v="343" actId="47"/>
        <pc:sldMkLst>
          <pc:docMk/>
          <pc:sldMk cId="4121048181" sldId="271"/>
        </pc:sldMkLst>
        <pc:spChg chg="mod">
          <ac:chgData name="Naimish Vadodariya" userId="d2e325c0593a319e" providerId="LiveId" clId="{7530B1A6-89BA-4ADF-91A6-E40588B67A29}" dt="2025-06-22T14:43:21.942" v="329" actId="21"/>
          <ac:spMkLst>
            <pc:docMk/>
            <pc:sldMk cId="4121048181" sldId="271"/>
            <ac:spMk id="2" creationId="{B9CA9FA5-02EA-1218-67FA-1D8DED396C93}"/>
          </ac:spMkLst>
        </pc:spChg>
        <pc:spChg chg="add del mod">
          <ac:chgData name="Naimish Vadodariya" userId="d2e325c0593a319e" providerId="LiveId" clId="{7530B1A6-89BA-4ADF-91A6-E40588B67A29}" dt="2025-06-22T14:43:34.930" v="334" actId="478"/>
          <ac:spMkLst>
            <pc:docMk/>
            <pc:sldMk cId="4121048181" sldId="271"/>
            <ac:spMk id="4" creationId="{F2531580-9E97-E411-4A0D-0AD1BFFBEB6A}"/>
          </ac:spMkLst>
        </pc:spChg>
        <pc:picChg chg="del">
          <ac:chgData name="Naimish Vadodariya" userId="d2e325c0593a319e" providerId="LiveId" clId="{7530B1A6-89BA-4ADF-91A6-E40588B67A29}" dt="2025-06-22T14:43:25.988" v="331" actId="21"/>
          <ac:picMkLst>
            <pc:docMk/>
            <pc:sldMk cId="4121048181" sldId="271"/>
            <ac:picMk id="5" creationId="{02A585C7-EC58-BAE1-3747-B95AEB6D06BA}"/>
          </ac:picMkLst>
        </pc:picChg>
        <pc:inkChg chg="del">
          <ac:chgData name="Naimish Vadodariya" userId="d2e325c0593a319e" providerId="LiveId" clId="{7530B1A6-89BA-4ADF-91A6-E40588B67A29}" dt="2025-06-22T14:43:37.543" v="335" actId="21"/>
          <ac:inkMkLst>
            <pc:docMk/>
            <pc:sldMk cId="4121048181" sldId="271"/>
            <ac:inkMk id="6" creationId="{AC3C0226-F361-96F6-138A-7E3A7E9ADB1D}"/>
          </ac:inkMkLst>
        </pc:inkChg>
        <pc:inkChg chg="del">
          <ac:chgData name="Naimish Vadodariya" userId="d2e325c0593a319e" providerId="LiveId" clId="{7530B1A6-89BA-4ADF-91A6-E40588B67A29}" dt="2025-06-22T14:43:37.543" v="335" actId="21"/>
          <ac:inkMkLst>
            <pc:docMk/>
            <pc:sldMk cId="4121048181" sldId="271"/>
            <ac:inkMk id="7" creationId="{17F54CFB-829A-FCDA-8260-94A25F1593CE}"/>
          </ac:inkMkLst>
        </pc:inkChg>
      </pc:sldChg>
      <pc:sldChg chg="delSp modSp add del mod">
        <pc:chgData name="Naimish Vadodariya" userId="d2e325c0593a319e" providerId="LiveId" clId="{7530B1A6-89BA-4ADF-91A6-E40588B67A29}" dt="2025-06-22T14:44:33.707" v="350" actId="47"/>
        <pc:sldMkLst>
          <pc:docMk/>
          <pc:sldMk cId="3253652234" sldId="272"/>
        </pc:sldMkLst>
        <pc:spChg chg="mod">
          <ac:chgData name="Naimish Vadodariya" userId="d2e325c0593a319e" providerId="LiveId" clId="{7530B1A6-89BA-4ADF-91A6-E40588B67A29}" dt="2025-06-22T14:44:20.708" v="345" actId="21"/>
          <ac:spMkLst>
            <pc:docMk/>
            <pc:sldMk cId="3253652234" sldId="272"/>
            <ac:spMk id="2" creationId="{2C71656E-9EF5-39F5-E9F0-08F8DF6860BA}"/>
          </ac:spMkLst>
        </pc:spChg>
        <pc:picChg chg="del">
          <ac:chgData name="Naimish Vadodariya" userId="d2e325c0593a319e" providerId="LiveId" clId="{7530B1A6-89BA-4ADF-91A6-E40588B67A29}" dt="2025-06-22T14:44:24.657" v="347" actId="21"/>
          <ac:picMkLst>
            <pc:docMk/>
            <pc:sldMk cId="3253652234" sldId="272"/>
            <ac:picMk id="5" creationId="{0348BEBC-EF16-2C59-D7E4-84CBDF4867B9}"/>
          </ac:picMkLst>
        </pc:picChg>
      </pc:sldChg>
      <pc:sldChg chg="addSp delSp modSp add del mod">
        <pc:chgData name="Naimish Vadodariya" userId="d2e325c0593a319e" providerId="LiveId" clId="{7530B1A6-89BA-4ADF-91A6-E40588B67A29}" dt="2025-06-22T14:45:02.724" v="358" actId="47"/>
        <pc:sldMkLst>
          <pc:docMk/>
          <pc:sldMk cId="3462143853" sldId="273"/>
        </pc:sldMkLst>
        <pc:spChg chg="add del mod">
          <ac:chgData name="Naimish Vadodariya" userId="d2e325c0593a319e" providerId="LiveId" clId="{7530B1A6-89BA-4ADF-91A6-E40588B67A29}" dt="2025-06-22T14:44:54.075" v="356" actId="21"/>
          <ac:spMkLst>
            <pc:docMk/>
            <pc:sldMk cId="3462143853" sldId="273"/>
            <ac:spMk id="3" creationId="{7783B86E-6295-2E4D-09FE-A14140C7A5DF}"/>
          </ac:spMkLst>
        </pc:spChg>
        <pc:spChg chg="add del mod">
          <ac:chgData name="Naimish Vadodariya" userId="d2e325c0593a319e" providerId="LiveId" clId="{7530B1A6-89BA-4ADF-91A6-E40588B67A29}" dt="2025-06-22T14:44:51.480" v="355" actId="478"/>
          <ac:spMkLst>
            <pc:docMk/>
            <pc:sldMk cId="3462143853" sldId="273"/>
            <ac:spMk id="6" creationId="{EA9933C9-30B9-4F22-1D0C-D008DC2F1972}"/>
          </ac:spMkLst>
        </pc:spChg>
        <pc:picChg chg="del">
          <ac:chgData name="Naimish Vadodariya" userId="d2e325c0593a319e" providerId="LiveId" clId="{7530B1A6-89BA-4ADF-91A6-E40588B67A29}" dt="2025-06-22T14:44:44.913" v="353" actId="21"/>
          <ac:picMkLst>
            <pc:docMk/>
            <pc:sldMk cId="3462143853" sldId="273"/>
            <ac:picMk id="5" creationId="{75BF5765-3700-7DE5-E2B5-61CBF2F8479A}"/>
          </ac:picMkLst>
        </pc:picChg>
        <pc:inkChg chg="del">
          <ac:chgData name="Naimish Vadodariya" userId="d2e325c0593a319e" providerId="LiveId" clId="{7530B1A6-89BA-4ADF-91A6-E40588B67A29}" dt="2025-06-22T14:44:54.075" v="356" actId="21"/>
          <ac:inkMkLst>
            <pc:docMk/>
            <pc:sldMk cId="3462143853" sldId="273"/>
            <ac:inkMk id="7" creationId="{C6A8AC8B-1D00-3B9B-FD76-7FEBFD894F49}"/>
          </ac:inkMkLst>
        </pc:inkChg>
      </pc:sldChg>
      <pc:sldChg chg="modSp mod">
        <pc:chgData name="Naimish Vadodariya" userId="d2e325c0593a319e" providerId="LiveId" clId="{7530B1A6-89BA-4ADF-91A6-E40588B67A29}" dt="2025-06-23T04:46:15.694" v="481"/>
        <pc:sldMkLst>
          <pc:docMk/>
          <pc:sldMk cId="1600834761" sldId="309"/>
        </pc:sldMkLst>
        <pc:spChg chg="mod">
          <ac:chgData name="Naimish Vadodariya" userId="d2e325c0593a319e" providerId="LiveId" clId="{7530B1A6-89BA-4ADF-91A6-E40588B67A29}" dt="2025-06-23T04:46:15.694" v="481"/>
          <ac:spMkLst>
            <pc:docMk/>
            <pc:sldMk cId="1600834761" sldId="309"/>
            <ac:spMk id="14" creationId="{E2AD8B6E-51EA-4A15-8752-4F221E5E02C5}"/>
          </ac:spMkLst>
        </pc:spChg>
      </pc:sldChg>
      <pc:sldChg chg="modSp modAnim">
        <pc:chgData name="Naimish Vadodariya" userId="d2e325c0593a319e" providerId="LiveId" clId="{7530B1A6-89BA-4ADF-91A6-E40588B67A29}" dt="2025-06-22T13:31:48.826" v="91" actId="20577"/>
        <pc:sldMkLst>
          <pc:docMk/>
          <pc:sldMk cId="253436028" sldId="441"/>
        </pc:sldMkLst>
        <pc:spChg chg="mod">
          <ac:chgData name="Naimish Vadodariya" userId="d2e325c0593a319e" providerId="LiveId" clId="{7530B1A6-89BA-4ADF-91A6-E40588B67A29}" dt="2025-06-22T13:31:48.826" v="91" actId="20577"/>
          <ac:spMkLst>
            <pc:docMk/>
            <pc:sldMk cId="253436028" sldId="441"/>
            <ac:spMk id="9" creationId="{BDA2F9A4-6988-4274-8384-12496EC9D59D}"/>
          </ac:spMkLst>
        </pc:spChg>
      </pc:sldChg>
      <pc:sldChg chg="modSp mod">
        <pc:chgData name="Naimish Vadodariya" userId="d2e325c0593a319e" providerId="LiveId" clId="{7530B1A6-89BA-4ADF-91A6-E40588B67A29}" dt="2025-06-22T13:27:08.376" v="21" actId="20577"/>
        <pc:sldMkLst>
          <pc:docMk/>
          <pc:sldMk cId="842848189" sldId="472"/>
        </pc:sldMkLst>
        <pc:spChg chg="mod">
          <ac:chgData name="Naimish Vadodariya" userId="d2e325c0593a319e" providerId="LiveId" clId="{7530B1A6-89BA-4ADF-91A6-E40588B67A29}" dt="2025-06-22T13:27:08.376" v="21" actId="20577"/>
          <ac:spMkLst>
            <pc:docMk/>
            <pc:sldMk cId="842848189" sldId="472"/>
            <ac:spMk id="4" creationId="{00000000-0000-0000-0000-000000000000}"/>
          </ac:spMkLst>
        </pc:spChg>
      </pc:sldChg>
      <pc:sldChg chg="del">
        <pc:chgData name="Naimish Vadodariya" userId="d2e325c0593a319e" providerId="LiveId" clId="{7530B1A6-89BA-4ADF-91A6-E40588B67A29}" dt="2025-06-22T13:26:52.632" v="6" actId="47"/>
        <pc:sldMkLst>
          <pc:docMk/>
          <pc:sldMk cId="887094872" sldId="483"/>
        </pc:sldMkLst>
      </pc:sldChg>
      <pc:sldChg chg="del">
        <pc:chgData name="Naimish Vadodariya" userId="d2e325c0593a319e" providerId="LiveId" clId="{7530B1A6-89BA-4ADF-91A6-E40588B67A29}" dt="2025-06-22T13:26:52.632" v="6" actId="47"/>
        <pc:sldMkLst>
          <pc:docMk/>
          <pc:sldMk cId="1776627601" sldId="484"/>
        </pc:sldMkLst>
      </pc:sldChg>
      <pc:sldChg chg="del">
        <pc:chgData name="Naimish Vadodariya" userId="d2e325c0593a319e" providerId="LiveId" clId="{7530B1A6-89BA-4ADF-91A6-E40588B67A29}" dt="2025-06-22T13:26:52.632" v="6" actId="47"/>
        <pc:sldMkLst>
          <pc:docMk/>
          <pc:sldMk cId="1563470426" sldId="485"/>
        </pc:sldMkLst>
      </pc:sldChg>
      <pc:sldChg chg="del">
        <pc:chgData name="Naimish Vadodariya" userId="d2e325c0593a319e" providerId="LiveId" clId="{7530B1A6-89BA-4ADF-91A6-E40588B67A29}" dt="2025-06-22T13:26:52.632" v="6" actId="47"/>
        <pc:sldMkLst>
          <pc:docMk/>
          <pc:sldMk cId="1866527156" sldId="486"/>
        </pc:sldMkLst>
      </pc:sldChg>
      <pc:sldChg chg="del">
        <pc:chgData name="Naimish Vadodariya" userId="d2e325c0593a319e" providerId="LiveId" clId="{7530B1A6-89BA-4ADF-91A6-E40588B67A29}" dt="2025-06-22T13:26:52.632" v="6" actId="47"/>
        <pc:sldMkLst>
          <pc:docMk/>
          <pc:sldMk cId="3120662037" sldId="487"/>
        </pc:sldMkLst>
      </pc:sldChg>
      <pc:sldChg chg="del">
        <pc:chgData name="Naimish Vadodariya" userId="d2e325c0593a319e" providerId="LiveId" clId="{7530B1A6-89BA-4ADF-91A6-E40588B67A29}" dt="2025-06-22T13:26:52.632" v="6" actId="47"/>
        <pc:sldMkLst>
          <pc:docMk/>
          <pc:sldMk cId="2061774025" sldId="488"/>
        </pc:sldMkLst>
      </pc:sldChg>
      <pc:sldChg chg="del">
        <pc:chgData name="Naimish Vadodariya" userId="d2e325c0593a319e" providerId="LiveId" clId="{7530B1A6-89BA-4ADF-91A6-E40588B67A29}" dt="2025-06-22T13:26:52.632" v="6" actId="47"/>
        <pc:sldMkLst>
          <pc:docMk/>
          <pc:sldMk cId="2215683501" sldId="489"/>
        </pc:sldMkLst>
      </pc:sldChg>
      <pc:sldChg chg="del">
        <pc:chgData name="Naimish Vadodariya" userId="d2e325c0593a319e" providerId="LiveId" clId="{7530B1A6-89BA-4ADF-91A6-E40588B67A29}" dt="2025-06-22T13:26:52.632" v="6" actId="47"/>
        <pc:sldMkLst>
          <pc:docMk/>
          <pc:sldMk cId="365777420" sldId="490"/>
        </pc:sldMkLst>
      </pc:sldChg>
      <pc:sldChg chg="del">
        <pc:chgData name="Naimish Vadodariya" userId="d2e325c0593a319e" providerId="LiveId" clId="{7530B1A6-89BA-4ADF-91A6-E40588B67A29}" dt="2025-06-22T13:26:52.632" v="6" actId="47"/>
        <pc:sldMkLst>
          <pc:docMk/>
          <pc:sldMk cId="3197276190" sldId="491"/>
        </pc:sldMkLst>
      </pc:sldChg>
      <pc:sldChg chg="del">
        <pc:chgData name="Naimish Vadodariya" userId="d2e325c0593a319e" providerId="LiveId" clId="{7530B1A6-89BA-4ADF-91A6-E40588B67A29}" dt="2025-06-22T13:26:52.632" v="6" actId="47"/>
        <pc:sldMkLst>
          <pc:docMk/>
          <pc:sldMk cId="1778478241" sldId="492"/>
        </pc:sldMkLst>
      </pc:sldChg>
      <pc:sldChg chg="modSp mod">
        <pc:chgData name="Naimish Vadodariya" userId="d2e325c0593a319e" providerId="LiveId" clId="{7530B1A6-89BA-4ADF-91A6-E40588B67A29}" dt="2025-06-23T04:29:16.873" v="440" actId="1076"/>
        <pc:sldMkLst>
          <pc:docMk/>
          <pc:sldMk cId="3034825592" sldId="493"/>
        </pc:sldMkLst>
        <pc:spChg chg="mod">
          <ac:chgData name="Naimish Vadodariya" userId="d2e325c0593a319e" providerId="LiveId" clId="{7530B1A6-89BA-4ADF-91A6-E40588B67A29}" dt="2025-06-23T04:29:16.873" v="440" actId="1076"/>
          <ac:spMkLst>
            <pc:docMk/>
            <pc:sldMk cId="3034825592" sldId="493"/>
            <ac:spMk id="27" creationId="{E2AD8B6E-51EA-4A15-8752-4F221E5E02C5}"/>
          </ac:spMkLst>
        </pc:spChg>
      </pc:sldChg>
      <pc:sldChg chg="modSp new del mod">
        <pc:chgData name="Naimish Vadodariya" userId="d2e325c0593a319e" providerId="LiveId" clId="{7530B1A6-89BA-4ADF-91A6-E40588B67A29}" dt="2025-06-22T13:28:05.689" v="33" actId="47"/>
        <pc:sldMkLst>
          <pc:docMk/>
          <pc:sldMk cId="59334457" sldId="497"/>
        </pc:sldMkLst>
        <pc:spChg chg="mod">
          <ac:chgData name="Naimish Vadodariya" userId="d2e325c0593a319e" providerId="LiveId" clId="{7530B1A6-89BA-4ADF-91A6-E40588B67A29}" dt="2025-06-22T13:27:23.076" v="31" actId="20577"/>
          <ac:spMkLst>
            <pc:docMk/>
            <pc:sldMk cId="59334457" sldId="497"/>
            <ac:spMk id="3" creationId="{E8202EA8-C094-0D76-92FE-4185BAC955E0}"/>
          </ac:spMkLst>
        </pc:spChg>
      </pc:sldChg>
      <pc:sldChg chg="modSp add mod">
        <pc:chgData name="Naimish Vadodariya" userId="d2e325c0593a319e" providerId="LiveId" clId="{7530B1A6-89BA-4ADF-91A6-E40588B67A29}" dt="2025-06-22T13:31:35.171" v="62" actId="20577"/>
        <pc:sldMkLst>
          <pc:docMk/>
          <pc:sldMk cId="4271824744" sldId="497"/>
        </pc:sldMkLst>
        <pc:spChg chg="mod">
          <ac:chgData name="Naimish Vadodariya" userId="d2e325c0593a319e" providerId="LiveId" clId="{7530B1A6-89BA-4ADF-91A6-E40588B67A29}" dt="2025-06-22T13:31:30.568" v="60" actId="20577"/>
          <ac:spMkLst>
            <pc:docMk/>
            <pc:sldMk cId="4271824744" sldId="497"/>
            <ac:spMk id="4" creationId="{EE997F9F-DD36-CC7E-929E-83E472827271}"/>
          </ac:spMkLst>
        </pc:spChg>
        <pc:spChg chg="mod">
          <ac:chgData name="Naimish Vadodariya" userId="d2e325c0593a319e" providerId="LiveId" clId="{7530B1A6-89BA-4ADF-91A6-E40588B67A29}" dt="2025-06-22T13:31:35.171" v="62" actId="20577"/>
          <ac:spMkLst>
            <pc:docMk/>
            <pc:sldMk cId="4271824744" sldId="497"/>
            <ac:spMk id="5" creationId="{400DCB16-7F2F-F508-E587-11B0D563E6A5}"/>
          </ac:spMkLst>
        </pc:spChg>
      </pc:sldChg>
      <pc:sldChg chg="modSp add del mod">
        <pc:chgData name="Naimish Vadodariya" userId="d2e325c0593a319e" providerId="LiveId" clId="{7530B1A6-89BA-4ADF-91A6-E40588B67A29}" dt="2025-06-23T04:28:55.260" v="438" actId="47"/>
        <pc:sldMkLst>
          <pc:docMk/>
          <pc:sldMk cId="3252875412" sldId="498"/>
        </pc:sldMkLst>
        <pc:spChg chg="mod">
          <ac:chgData name="Naimish Vadodariya" userId="d2e325c0593a319e" providerId="LiveId" clId="{7530B1A6-89BA-4ADF-91A6-E40588B67A29}" dt="2025-06-22T14:02:03.493" v="149" actId="20577"/>
          <ac:spMkLst>
            <pc:docMk/>
            <pc:sldMk cId="3252875412" sldId="498"/>
            <ac:spMk id="4" creationId="{DE2B0181-0822-0181-1553-0C809AC8CC48}"/>
          </ac:spMkLst>
        </pc:spChg>
        <pc:spChg chg="mod">
          <ac:chgData name="Naimish Vadodariya" userId="d2e325c0593a319e" providerId="LiveId" clId="{7530B1A6-89BA-4ADF-91A6-E40588B67A29}" dt="2025-06-22T14:02:06.722" v="151" actId="20577"/>
          <ac:spMkLst>
            <pc:docMk/>
            <pc:sldMk cId="3252875412" sldId="498"/>
            <ac:spMk id="5" creationId="{F43D151A-D65A-BFB7-84BA-04CBD8543C0E}"/>
          </ac:spMkLst>
        </pc:spChg>
      </pc:sldChg>
      <pc:sldChg chg="new del">
        <pc:chgData name="Naimish Vadodariya" userId="d2e325c0593a319e" providerId="LiveId" clId="{7530B1A6-89BA-4ADF-91A6-E40588B67A29}" dt="2025-06-22T14:02:17.460" v="153" actId="680"/>
        <pc:sldMkLst>
          <pc:docMk/>
          <pc:sldMk cId="1072071882" sldId="499"/>
        </pc:sldMkLst>
      </pc:sldChg>
      <pc:sldChg chg="addSp modSp new mod">
        <pc:chgData name="Naimish Vadodariya" userId="d2e325c0593a319e" providerId="LiveId" clId="{7530B1A6-89BA-4ADF-91A6-E40588B67A29}" dt="2025-06-22T14:03:36.322" v="178" actId="1035"/>
        <pc:sldMkLst>
          <pc:docMk/>
          <pc:sldMk cId="2247857984" sldId="499"/>
        </pc:sldMkLst>
        <pc:spChg chg="mod">
          <ac:chgData name="Naimish Vadodariya" userId="d2e325c0593a319e" providerId="LiveId" clId="{7530B1A6-89BA-4ADF-91A6-E40588B67A29}" dt="2025-06-22T14:02:30.272" v="155"/>
          <ac:spMkLst>
            <pc:docMk/>
            <pc:sldMk cId="2247857984" sldId="499"/>
            <ac:spMk id="2" creationId="{B246B89F-8047-388E-C37F-5222D2B059EE}"/>
          </ac:spMkLst>
        </pc:spChg>
        <pc:picChg chg="add mod">
          <ac:chgData name="Naimish Vadodariya" userId="d2e325c0593a319e" providerId="LiveId" clId="{7530B1A6-89BA-4ADF-91A6-E40588B67A29}" dt="2025-06-22T14:03:36.322" v="178" actId="1035"/>
          <ac:picMkLst>
            <pc:docMk/>
            <pc:sldMk cId="2247857984" sldId="499"/>
            <ac:picMk id="9" creationId="{24C39B37-D8E3-266C-20AB-6EAA24F37681}"/>
          </ac:picMkLst>
        </pc:picChg>
      </pc:sldChg>
      <pc:sldChg chg="addSp modSp new mod">
        <pc:chgData name="Naimish Vadodariya" userId="d2e325c0593a319e" providerId="LiveId" clId="{7530B1A6-89BA-4ADF-91A6-E40588B67A29}" dt="2025-06-22T14:03:19.652" v="165" actId="1076"/>
        <pc:sldMkLst>
          <pc:docMk/>
          <pc:sldMk cId="2809929065" sldId="500"/>
        </pc:sldMkLst>
        <pc:spChg chg="mod">
          <ac:chgData name="Naimish Vadodariya" userId="d2e325c0593a319e" providerId="LiveId" clId="{7530B1A6-89BA-4ADF-91A6-E40588B67A29}" dt="2025-06-22T14:03:07.415" v="162"/>
          <ac:spMkLst>
            <pc:docMk/>
            <pc:sldMk cId="2809929065" sldId="500"/>
            <ac:spMk id="2" creationId="{B485398C-D7CE-F830-538B-9C03F340CD19}"/>
          </ac:spMkLst>
        </pc:spChg>
        <pc:picChg chg="add mod">
          <ac:chgData name="Naimish Vadodariya" userId="d2e325c0593a319e" providerId="LiveId" clId="{7530B1A6-89BA-4ADF-91A6-E40588B67A29}" dt="2025-06-22T14:03:19.652" v="165" actId="1076"/>
          <ac:picMkLst>
            <pc:docMk/>
            <pc:sldMk cId="2809929065" sldId="500"/>
            <ac:picMk id="5" creationId="{7C82664E-C3B2-6232-E069-D083E03EF6D8}"/>
          </ac:picMkLst>
        </pc:picChg>
      </pc:sldChg>
      <pc:sldChg chg="addSp modSp new mod">
        <pc:chgData name="Naimish Vadodariya" userId="d2e325c0593a319e" providerId="LiveId" clId="{7530B1A6-89BA-4ADF-91A6-E40588B67A29}" dt="2025-06-22T14:04:00.183" v="185" actId="1076"/>
        <pc:sldMkLst>
          <pc:docMk/>
          <pc:sldMk cId="1092341820" sldId="501"/>
        </pc:sldMkLst>
        <pc:spChg chg="mod">
          <ac:chgData name="Naimish Vadodariya" userId="d2e325c0593a319e" providerId="LiveId" clId="{7530B1A6-89BA-4ADF-91A6-E40588B67A29}" dt="2025-06-22T14:03:50.498" v="182"/>
          <ac:spMkLst>
            <pc:docMk/>
            <pc:sldMk cId="1092341820" sldId="501"/>
            <ac:spMk id="2" creationId="{0AE03C4D-D28E-AFB8-7CD4-3138FBEDAF0C}"/>
          </ac:spMkLst>
        </pc:spChg>
        <pc:picChg chg="add mod">
          <ac:chgData name="Naimish Vadodariya" userId="d2e325c0593a319e" providerId="LiveId" clId="{7530B1A6-89BA-4ADF-91A6-E40588B67A29}" dt="2025-06-22T14:04:00.183" v="185" actId="1076"/>
          <ac:picMkLst>
            <pc:docMk/>
            <pc:sldMk cId="1092341820" sldId="501"/>
            <ac:picMk id="5" creationId="{C8837ADF-5224-C30C-CD9A-6EB0237CE139}"/>
          </ac:picMkLst>
        </pc:picChg>
      </pc:sldChg>
      <pc:sldChg chg="addSp modSp new mod">
        <pc:chgData name="Naimish Vadodariya" userId="d2e325c0593a319e" providerId="LiveId" clId="{7530B1A6-89BA-4ADF-91A6-E40588B67A29}" dt="2025-06-22T14:04:30.792" v="192" actId="1076"/>
        <pc:sldMkLst>
          <pc:docMk/>
          <pc:sldMk cId="1950870401" sldId="502"/>
        </pc:sldMkLst>
        <pc:spChg chg="mod">
          <ac:chgData name="Naimish Vadodariya" userId="d2e325c0593a319e" providerId="LiveId" clId="{7530B1A6-89BA-4ADF-91A6-E40588B67A29}" dt="2025-06-22T14:04:14.657" v="189"/>
          <ac:spMkLst>
            <pc:docMk/>
            <pc:sldMk cId="1950870401" sldId="502"/>
            <ac:spMk id="2" creationId="{04C5D92E-A9C6-80CC-5AB9-1A797DB4FFAE}"/>
          </ac:spMkLst>
        </pc:spChg>
        <pc:picChg chg="add mod">
          <ac:chgData name="Naimish Vadodariya" userId="d2e325c0593a319e" providerId="LiveId" clId="{7530B1A6-89BA-4ADF-91A6-E40588B67A29}" dt="2025-06-22T14:04:30.792" v="192" actId="1076"/>
          <ac:picMkLst>
            <pc:docMk/>
            <pc:sldMk cId="1950870401" sldId="502"/>
            <ac:picMk id="5" creationId="{3DFD2C59-4526-82C5-5B77-918215A8AF46}"/>
          </ac:picMkLst>
        </pc:picChg>
      </pc:sldChg>
      <pc:sldChg chg="modSp new">
        <pc:chgData name="Naimish Vadodariya" userId="d2e325c0593a319e" providerId="LiveId" clId="{7530B1A6-89BA-4ADF-91A6-E40588B67A29}" dt="2025-06-22T14:06:13.115" v="198"/>
        <pc:sldMkLst>
          <pc:docMk/>
          <pc:sldMk cId="1283778067" sldId="503"/>
        </pc:sldMkLst>
        <pc:spChg chg="mod">
          <ac:chgData name="Naimish Vadodariya" userId="d2e325c0593a319e" providerId="LiveId" clId="{7530B1A6-89BA-4ADF-91A6-E40588B67A29}" dt="2025-06-22T14:06:06.533" v="196"/>
          <ac:spMkLst>
            <pc:docMk/>
            <pc:sldMk cId="1283778067" sldId="503"/>
            <ac:spMk id="2" creationId="{6D17234D-DE64-83A2-9E2B-E976F332AD3E}"/>
          </ac:spMkLst>
        </pc:spChg>
        <pc:spChg chg="mod">
          <ac:chgData name="Naimish Vadodariya" userId="d2e325c0593a319e" providerId="LiveId" clId="{7530B1A6-89BA-4ADF-91A6-E40588B67A29}" dt="2025-06-22T14:06:13.115" v="198"/>
          <ac:spMkLst>
            <pc:docMk/>
            <pc:sldMk cId="1283778067" sldId="503"/>
            <ac:spMk id="3" creationId="{AA5D2B54-F2BB-BDA2-3F0E-09D0A51F3D66}"/>
          </ac:spMkLst>
        </pc:spChg>
      </pc:sldChg>
      <pc:sldChg chg="addSp modSp new mod">
        <pc:chgData name="Naimish Vadodariya" userId="d2e325c0593a319e" providerId="LiveId" clId="{7530B1A6-89BA-4ADF-91A6-E40588B67A29}" dt="2025-06-22T14:07:16.287" v="212" actId="20577"/>
        <pc:sldMkLst>
          <pc:docMk/>
          <pc:sldMk cId="131835639" sldId="504"/>
        </pc:sldMkLst>
        <pc:spChg chg="mod">
          <ac:chgData name="Naimish Vadodariya" userId="d2e325c0593a319e" providerId="LiveId" clId="{7530B1A6-89BA-4ADF-91A6-E40588B67A29}" dt="2025-06-22T14:06:42.936" v="204"/>
          <ac:spMkLst>
            <pc:docMk/>
            <pc:sldMk cId="131835639" sldId="504"/>
            <ac:spMk id="2" creationId="{C81A5C03-293F-D9F4-C287-9203E8025168}"/>
          </ac:spMkLst>
        </pc:spChg>
        <pc:spChg chg="mod">
          <ac:chgData name="Naimish Vadodariya" userId="d2e325c0593a319e" providerId="LiveId" clId="{7530B1A6-89BA-4ADF-91A6-E40588B67A29}" dt="2025-06-22T14:07:16.287" v="212" actId="20577"/>
          <ac:spMkLst>
            <pc:docMk/>
            <pc:sldMk cId="131835639" sldId="504"/>
            <ac:spMk id="3" creationId="{85436CDE-1021-747A-1BE0-2107531DBB11}"/>
          </ac:spMkLst>
        </pc:spChg>
        <pc:picChg chg="add mod">
          <ac:chgData name="Naimish Vadodariya" userId="d2e325c0593a319e" providerId="LiveId" clId="{7530B1A6-89BA-4ADF-91A6-E40588B67A29}" dt="2025-06-22T14:07:11.245" v="210"/>
          <ac:picMkLst>
            <pc:docMk/>
            <pc:sldMk cId="131835639" sldId="504"/>
            <ac:picMk id="5" creationId="{63ABA048-7A44-42AA-6B5B-1C8ECCEEDBAA}"/>
          </ac:picMkLst>
        </pc:picChg>
      </pc:sldChg>
      <pc:sldChg chg="addSp modSp new mod">
        <pc:chgData name="Naimish Vadodariya" userId="d2e325c0593a319e" providerId="LiveId" clId="{7530B1A6-89BA-4ADF-91A6-E40588B67A29}" dt="2025-06-22T14:07:43.856" v="238" actId="1076"/>
        <pc:sldMkLst>
          <pc:docMk/>
          <pc:sldMk cId="1737187368" sldId="505"/>
        </pc:sldMkLst>
        <pc:spChg chg="mod">
          <ac:chgData name="Naimish Vadodariya" userId="d2e325c0593a319e" providerId="LiveId" clId="{7530B1A6-89BA-4ADF-91A6-E40588B67A29}" dt="2025-06-22T14:07:31.133" v="234" actId="20577"/>
          <ac:spMkLst>
            <pc:docMk/>
            <pc:sldMk cId="1737187368" sldId="505"/>
            <ac:spMk id="2" creationId="{1A7E1854-B4D9-2672-7C5A-00FFA7AD2F3B}"/>
          </ac:spMkLst>
        </pc:spChg>
        <pc:picChg chg="add mod">
          <ac:chgData name="Naimish Vadodariya" userId="d2e325c0593a319e" providerId="LiveId" clId="{7530B1A6-89BA-4ADF-91A6-E40588B67A29}" dt="2025-06-22T14:07:43.856" v="238" actId="1076"/>
          <ac:picMkLst>
            <pc:docMk/>
            <pc:sldMk cId="1737187368" sldId="505"/>
            <ac:picMk id="5" creationId="{CCBF9986-B329-F92A-D7E3-0BD4B782FECD}"/>
          </ac:picMkLst>
        </pc:picChg>
      </pc:sldChg>
      <pc:sldChg chg="addSp modSp new mod">
        <pc:chgData name="Naimish Vadodariya" userId="d2e325c0593a319e" providerId="LiveId" clId="{7530B1A6-89BA-4ADF-91A6-E40588B67A29}" dt="2025-06-22T14:08:06.304" v="245" actId="1076"/>
        <pc:sldMkLst>
          <pc:docMk/>
          <pc:sldMk cId="1100974704" sldId="506"/>
        </pc:sldMkLst>
        <pc:spChg chg="mod">
          <ac:chgData name="Naimish Vadodariya" userId="d2e325c0593a319e" providerId="LiveId" clId="{7530B1A6-89BA-4ADF-91A6-E40588B67A29}" dt="2025-06-22T14:07:54.993" v="242"/>
          <ac:spMkLst>
            <pc:docMk/>
            <pc:sldMk cId="1100974704" sldId="506"/>
            <ac:spMk id="2" creationId="{EE215FE2-0F61-1C08-B39A-E8E0BE97CFDD}"/>
          </ac:spMkLst>
        </pc:spChg>
        <pc:picChg chg="add mod">
          <ac:chgData name="Naimish Vadodariya" userId="d2e325c0593a319e" providerId="LiveId" clId="{7530B1A6-89BA-4ADF-91A6-E40588B67A29}" dt="2025-06-22T14:08:06.304" v="245" actId="1076"/>
          <ac:picMkLst>
            <pc:docMk/>
            <pc:sldMk cId="1100974704" sldId="506"/>
            <ac:picMk id="5" creationId="{36333454-414A-2719-C88B-3DA044397F74}"/>
          </ac:picMkLst>
        </pc:picChg>
      </pc:sldChg>
      <pc:sldChg chg="addSp modSp new mod">
        <pc:chgData name="Naimish Vadodariya" userId="d2e325c0593a319e" providerId="LiveId" clId="{7530B1A6-89BA-4ADF-91A6-E40588B67A29}" dt="2025-06-22T14:08:37.194" v="251" actId="1076"/>
        <pc:sldMkLst>
          <pc:docMk/>
          <pc:sldMk cId="3413071876" sldId="507"/>
        </pc:sldMkLst>
        <pc:spChg chg="mod">
          <ac:chgData name="Naimish Vadodariya" userId="d2e325c0593a319e" providerId="LiveId" clId="{7530B1A6-89BA-4ADF-91A6-E40588B67A29}" dt="2025-06-22T14:08:18.926" v="248"/>
          <ac:spMkLst>
            <pc:docMk/>
            <pc:sldMk cId="3413071876" sldId="507"/>
            <ac:spMk id="2" creationId="{C6A7620B-B41A-F810-478B-DAACCF279337}"/>
          </ac:spMkLst>
        </pc:spChg>
        <pc:picChg chg="add mod">
          <ac:chgData name="Naimish Vadodariya" userId="d2e325c0593a319e" providerId="LiveId" clId="{7530B1A6-89BA-4ADF-91A6-E40588B67A29}" dt="2025-06-22T14:08:37.194" v="251" actId="1076"/>
          <ac:picMkLst>
            <pc:docMk/>
            <pc:sldMk cId="3413071876" sldId="507"/>
            <ac:picMk id="5" creationId="{B31AB6D2-E4D2-9B34-311B-9120D646F797}"/>
          </ac:picMkLst>
        </pc:picChg>
        <pc:picChg chg="add mod">
          <ac:chgData name="Naimish Vadodariya" userId="d2e325c0593a319e" providerId="LiveId" clId="{7530B1A6-89BA-4ADF-91A6-E40588B67A29}" dt="2025-06-22T14:08:37.194" v="251" actId="1076"/>
          <ac:picMkLst>
            <pc:docMk/>
            <pc:sldMk cId="3413071876" sldId="507"/>
            <ac:picMk id="7" creationId="{F592868D-B1C7-0714-0825-CFDB04F1EB0C}"/>
          </ac:picMkLst>
        </pc:picChg>
      </pc:sldChg>
      <pc:sldChg chg="addSp modSp new mod">
        <pc:chgData name="Naimish Vadodariya" userId="d2e325c0593a319e" providerId="LiveId" clId="{7530B1A6-89BA-4ADF-91A6-E40588B67A29}" dt="2025-06-22T14:09:08.316" v="258" actId="1076"/>
        <pc:sldMkLst>
          <pc:docMk/>
          <pc:sldMk cId="3988987639" sldId="508"/>
        </pc:sldMkLst>
        <pc:spChg chg="mod">
          <ac:chgData name="Naimish Vadodariya" userId="d2e325c0593a319e" providerId="LiveId" clId="{7530B1A6-89BA-4ADF-91A6-E40588B67A29}" dt="2025-06-22T14:08:51.815" v="255"/>
          <ac:spMkLst>
            <pc:docMk/>
            <pc:sldMk cId="3988987639" sldId="508"/>
            <ac:spMk id="2" creationId="{870BAB06-F3D3-C0F5-300C-0C6A281A4BE2}"/>
          </ac:spMkLst>
        </pc:spChg>
        <pc:picChg chg="add mod">
          <ac:chgData name="Naimish Vadodariya" userId="d2e325c0593a319e" providerId="LiveId" clId="{7530B1A6-89BA-4ADF-91A6-E40588B67A29}" dt="2025-06-22T14:09:08.316" v="258" actId="1076"/>
          <ac:picMkLst>
            <pc:docMk/>
            <pc:sldMk cId="3988987639" sldId="508"/>
            <ac:picMk id="5" creationId="{0BE065E7-0432-BC84-823A-142CDF61AE26}"/>
          </ac:picMkLst>
        </pc:picChg>
      </pc:sldChg>
      <pc:sldChg chg="addSp modSp new mod modAnim">
        <pc:chgData name="Naimish Vadodariya" userId="d2e325c0593a319e" providerId="LiveId" clId="{7530B1A6-89BA-4ADF-91A6-E40588B67A29}" dt="2025-06-22T14:41:24.082" v="298" actId="1076"/>
        <pc:sldMkLst>
          <pc:docMk/>
          <pc:sldMk cId="154025353" sldId="509"/>
        </pc:sldMkLst>
        <pc:spChg chg="mod">
          <ac:chgData name="Naimish Vadodariya" userId="d2e325c0593a319e" providerId="LiveId" clId="{7530B1A6-89BA-4ADF-91A6-E40588B67A29}" dt="2025-06-22T14:09:22.682" v="262"/>
          <ac:spMkLst>
            <pc:docMk/>
            <pc:sldMk cId="154025353" sldId="509"/>
            <ac:spMk id="2" creationId="{5A7B6FF3-E221-E8B6-B3AB-32FE0056E463}"/>
          </ac:spMkLst>
        </pc:spChg>
        <pc:spChg chg="mod">
          <ac:chgData name="Naimish Vadodariya" userId="d2e325c0593a319e" providerId="LiveId" clId="{7530B1A6-89BA-4ADF-91A6-E40588B67A29}" dt="2025-06-22T14:10:12.164" v="269" actId="14100"/>
          <ac:spMkLst>
            <pc:docMk/>
            <pc:sldMk cId="154025353" sldId="509"/>
            <ac:spMk id="3" creationId="{B5F6F12C-06C2-6573-FDD1-ED866D51794F}"/>
          </ac:spMkLst>
        </pc:spChg>
        <pc:spChg chg="add mod">
          <ac:chgData name="Naimish Vadodariya" userId="d2e325c0593a319e" providerId="LiveId" clId="{7530B1A6-89BA-4ADF-91A6-E40588B67A29}" dt="2025-06-22T14:38:35.742" v="290" actId="1076"/>
          <ac:spMkLst>
            <pc:docMk/>
            <pc:sldMk cId="154025353" sldId="509"/>
            <ac:spMk id="5" creationId="{8194618F-95E1-4EF5-CB2C-A7921F5DBB3F}"/>
          </ac:spMkLst>
        </pc:spChg>
        <pc:spChg chg="add">
          <ac:chgData name="Naimish Vadodariya" userId="d2e325c0593a319e" providerId="LiveId" clId="{7530B1A6-89BA-4ADF-91A6-E40588B67A29}" dt="2025-06-22T14:37:01.030" v="278"/>
          <ac:spMkLst>
            <pc:docMk/>
            <pc:sldMk cId="154025353" sldId="509"/>
            <ac:spMk id="6" creationId="{2633CD33-D889-D9DF-83B2-AE04CD11FF0E}"/>
          </ac:spMkLst>
        </pc:spChg>
        <pc:picChg chg="add mod">
          <ac:chgData name="Naimish Vadodariya" userId="d2e325c0593a319e" providerId="LiveId" clId="{7530B1A6-89BA-4ADF-91A6-E40588B67A29}" dt="2025-06-22T14:41:24.082" v="298" actId="1076"/>
          <ac:picMkLst>
            <pc:docMk/>
            <pc:sldMk cId="154025353" sldId="509"/>
            <ac:picMk id="9" creationId="{8EBD403A-8DBC-06F4-729A-7BC59D43E2B3}"/>
          </ac:picMkLst>
        </pc:picChg>
        <pc:cxnChg chg="add mod">
          <ac:chgData name="Naimish Vadodariya" userId="d2e325c0593a319e" providerId="LiveId" clId="{7530B1A6-89BA-4ADF-91A6-E40588B67A29}" dt="2025-06-22T14:38:58.704" v="293" actId="1582"/>
          <ac:cxnSpMkLst>
            <pc:docMk/>
            <pc:sldMk cId="154025353" sldId="509"/>
            <ac:cxnSpMk id="8" creationId="{808084BB-9971-D1A6-2932-9318E627458D}"/>
          </ac:cxnSpMkLst>
        </pc:cxnChg>
      </pc:sldChg>
      <pc:sldChg chg="addSp modSp new mod">
        <pc:chgData name="Naimish Vadodariya" userId="d2e325c0593a319e" providerId="LiveId" clId="{7530B1A6-89BA-4ADF-91A6-E40588B67A29}" dt="2025-06-22T14:42:02.929" v="305" actId="1076"/>
        <pc:sldMkLst>
          <pc:docMk/>
          <pc:sldMk cId="3100482591" sldId="510"/>
        </pc:sldMkLst>
        <pc:spChg chg="mod">
          <ac:chgData name="Naimish Vadodariya" userId="d2e325c0593a319e" providerId="LiveId" clId="{7530B1A6-89BA-4ADF-91A6-E40588B67A29}" dt="2025-06-22T14:41:42.333" v="302"/>
          <ac:spMkLst>
            <pc:docMk/>
            <pc:sldMk cId="3100482591" sldId="510"/>
            <ac:spMk id="2" creationId="{6C7D048D-8D98-FC0B-D1E6-E419486754A7}"/>
          </ac:spMkLst>
        </pc:spChg>
        <pc:picChg chg="add mod">
          <ac:chgData name="Naimish Vadodariya" userId="d2e325c0593a319e" providerId="LiveId" clId="{7530B1A6-89BA-4ADF-91A6-E40588B67A29}" dt="2025-06-22T14:42:02.929" v="305" actId="1076"/>
          <ac:picMkLst>
            <pc:docMk/>
            <pc:sldMk cId="3100482591" sldId="510"/>
            <ac:picMk id="5" creationId="{53B9F914-9CF0-A900-BB5D-64C8BEF581BB}"/>
          </ac:picMkLst>
        </pc:picChg>
      </pc:sldChg>
      <pc:sldChg chg="addSp modSp new mod">
        <pc:chgData name="Naimish Vadodariya" userId="d2e325c0593a319e" providerId="LiveId" clId="{7530B1A6-89BA-4ADF-91A6-E40588B67A29}" dt="2025-06-22T14:42:44.420" v="316" actId="1076"/>
        <pc:sldMkLst>
          <pc:docMk/>
          <pc:sldMk cId="1477425365" sldId="511"/>
        </pc:sldMkLst>
        <pc:spChg chg="mod">
          <ac:chgData name="Naimish Vadodariya" userId="d2e325c0593a319e" providerId="LiveId" clId="{7530B1A6-89BA-4ADF-91A6-E40588B67A29}" dt="2025-06-22T14:42:15.838" v="309"/>
          <ac:spMkLst>
            <pc:docMk/>
            <pc:sldMk cId="1477425365" sldId="511"/>
            <ac:spMk id="2" creationId="{4383AAD8-44A4-E7DF-6068-45687492C0B4}"/>
          </ac:spMkLst>
        </pc:spChg>
        <pc:picChg chg="add mod">
          <ac:chgData name="Naimish Vadodariya" userId="d2e325c0593a319e" providerId="LiveId" clId="{7530B1A6-89BA-4ADF-91A6-E40588B67A29}" dt="2025-06-22T14:42:27.561" v="312" actId="1076"/>
          <ac:picMkLst>
            <pc:docMk/>
            <pc:sldMk cId="1477425365" sldId="511"/>
            <ac:picMk id="5" creationId="{6BB51FD1-30EC-0590-92AF-AC5C1C985990}"/>
          </ac:picMkLst>
        </pc:picChg>
        <pc:inkChg chg="add mod">
          <ac:chgData name="Naimish Vadodariya" userId="d2e325c0593a319e" providerId="LiveId" clId="{7530B1A6-89BA-4ADF-91A6-E40588B67A29}" dt="2025-06-22T14:42:44.420" v="316" actId="1076"/>
          <ac:inkMkLst>
            <pc:docMk/>
            <pc:sldMk cId="1477425365" sldId="511"/>
            <ac:inkMk id="6" creationId="{5706172D-9A68-228A-8AA0-5869ED54B15A}"/>
          </ac:inkMkLst>
        </pc:inkChg>
        <pc:inkChg chg="add mod">
          <ac:chgData name="Naimish Vadodariya" userId="d2e325c0593a319e" providerId="LiveId" clId="{7530B1A6-89BA-4ADF-91A6-E40588B67A29}" dt="2025-06-22T14:42:44.420" v="316" actId="1076"/>
          <ac:inkMkLst>
            <pc:docMk/>
            <pc:sldMk cId="1477425365" sldId="511"/>
            <ac:inkMk id="8" creationId="{75C6AF58-FC3F-1AB4-E745-EBE7F31AF100}"/>
          </ac:inkMkLst>
        </pc:inkChg>
      </pc:sldChg>
      <pc:sldChg chg="addSp modSp new mod">
        <pc:chgData name="Naimish Vadodariya" userId="d2e325c0593a319e" providerId="LiveId" clId="{7530B1A6-89BA-4ADF-91A6-E40588B67A29}" dt="2025-06-22T14:43:10.930" v="326" actId="1076"/>
        <pc:sldMkLst>
          <pc:docMk/>
          <pc:sldMk cId="2496920476" sldId="512"/>
        </pc:sldMkLst>
        <pc:spChg chg="mod">
          <ac:chgData name="Naimish Vadodariya" userId="d2e325c0593a319e" providerId="LiveId" clId="{7530B1A6-89BA-4ADF-91A6-E40588B67A29}" dt="2025-06-22T14:42:57.276" v="320"/>
          <ac:spMkLst>
            <pc:docMk/>
            <pc:sldMk cId="2496920476" sldId="512"/>
            <ac:spMk id="2" creationId="{4E4659EF-B455-0F67-40B3-C64D6509284F}"/>
          </ac:spMkLst>
        </pc:spChg>
        <pc:picChg chg="add mod">
          <ac:chgData name="Naimish Vadodariya" userId="d2e325c0593a319e" providerId="LiveId" clId="{7530B1A6-89BA-4ADF-91A6-E40588B67A29}" dt="2025-06-22T14:43:05.065" v="323" actId="1076"/>
          <ac:picMkLst>
            <pc:docMk/>
            <pc:sldMk cId="2496920476" sldId="512"/>
            <ac:picMk id="7" creationId="{0E47C384-C332-F4B0-C0BC-FDD2C4B141B9}"/>
          </ac:picMkLst>
        </pc:picChg>
        <pc:inkChg chg="add mod">
          <ac:chgData name="Naimish Vadodariya" userId="d2e325c0593a319e" providerId="LiveId" clId="{7530B1A6-89BA-4ADF-91A6-E40588B67A29}" dt="2025-06-22T14:43:10.930" v="326" actId="1076"/>
          <ac:inkMkLst>
            <pc:docMk/>
            <pc:sldMk cId="2496920476" sldId="512"/>
            <ac:inkMk id="8" creationId="{5F3F9468-7D99-92A8-FBD2-1844036C5246}"/>
          </ac:inkMkLst>
        </pc:inkChg>
      </pc:sldChg>
      <pc:sldChg chg="addSp modSp new mod">
        <pc:chgData name="Naimish Vadodariya" userId="d2e325c0593a319e" providerId="LiveId" clId="{7530B1A6-89BA-4ADF-91A6-E40588B67A29}" dt="2025-06-22T14:44:08.356" v="342" actId="1076"/>
        <pc:sldMkLst>
          <pc:docMk/>
          <pc:sldMk cId="3387605797" sldId="513"/>
        </pc:sldMkLst>
        <pc:spChg chg="mod">
          <ac:chgData name="Naimish Vadodariya" userId="d2e325c0593a319e" providerId="LiveId" clId="{7530B1A6-89BA-4ADF-91A6-E40588B67A29}" dt="2025-06-22T14:43:23.521" v="330"/>
          <ac:spMkLst>
            <pc:docMk/>
            <pc:sldMk cId="3387605797" sldId="513"/>
            <ac:spMk id="2" creationId="{5B78274C-D2D7-5D90-D13F-E40800DECDFD}"/>
          </ac:spMkLst>
        </pc:spChg>
        <pc:picChg chg="add mod">
          <ac:chgData name="Naimish Vadodariya" userId="d2e325c0593a319e" providerId="LiveId" clId="{7530B1A6-89BA-4ADF-91A6-E40588B67A29}" dt="2025-06-22T14:43:52.324" v="340" actId="1076"/>
          <ac:picMkLst>
            <pc:docMk/>
            <pc:sldMk cId="3387605797" sldId="513"/>
            <ac:picMk id="5" creationId="{02A585C7-EC58-BAE1-3747-B95AEB6D06BA}"/>
          </ac:picMkLst>
        </pc:picChg>
        <pc:inkChg chg="add mod">
          <ac:chgData name="Naimish Vadodariya" userId="d2e325c0593a319e" providerId="LiveId" clId="{7530B1A6-89BA-4ADF-91A6-E40588B67A29}" dt="2025-06-22T14:44:08.356" v="342" actId="1076"/>
          <ac:inkMkLst>
            <pc:docMk/>
            <pc:sldMk cId="3387605797" sldId="513"/>
            <ac:inkMk id="4" creationId="{39350FFF-BFAD-D919-3DB9-3D7A3C9BC348}"/>
          </ac:inkMkLst>
        </pc:inkChg>
        <pc:inkChg chg="add mod">
          <ac:chgData name="Naimish Vadodariya" userId="d2e325c0593a319e" providerId="LiveId" clId="{7530B1A6-89BA-4ADF-91A6-E40588B67A29}" dt="2025-06-22T14:43:38.851" v="336"/>
          <ac:inkMkLst>
            <pc:docMk/>
            <pc:sldMk cId="3387605797" sldId="513"/>
            <ac:inkMk id="6" creationId="{AC3C0226-F361-96F6-138A-7E3A7E9ADB1D}"/>
          </ac:inkMkLst>
        </pc:inkChg>
        <pc:inkChg chg="add mod">
          <ac:chgData name="Naimish Vadodariya" userId="d2e325c0593a319e" providerId="LiveId" clId="{7530B1A6-89BA-4ADF-91A6-E40588B67A29}" dt="2025-06-22T14:43:38.851" v="336"/>
          <ac:inkMkLst>
            <pc:docMk/>
            <pc:sldMk cId="3387605797" sldId="513"/>
            <ac:inkMk id="7" creationId="{17F54CFB-829A-FCDA-8260-94A25F1593CE}"/>
          </ac:inkMkLst>
        </pc:inkChg>
        <pc:inkChg chg="add mod">
          <ac:chgData name="Naimish Vadodariya" userId="d2e325c0593a319e" providerId="LiveId" clId="{7530B1A6-89BA-4ADF-91A6-E40588B67A29}" dt="2025-06-22T14:44:08.356" v="342" actId="1076"/>
          <ac:inkMkLst>
            <pc:docMk/>
            <pc:sldMk cId="3387605797" sldId="513"/>
            <ac:inkMk id="8" creationId="{318E8EC7-D83B-61C5-4A25-A3D02F12AF0A}"/>
          </ac:inkMkLst>
        </pc:inkChg>
      </pc:sldChg>
      <pc:sldChg chg="addSp modSp new mod">
        <pc:chgData name="Naimish Vadodariya" userId="d2e325c0593a319e" providerId="LiveId" clId="{7530B1A6-89BA-4ADF-91A6-E40588B67A29}" dt="2025-06-22T14:44:30.696" v="349" actId="1076"/>
        <pc:sldMkLst>
          <pc:docMk/>
          <pc:sldMk cId="172363546" sldId="514"/>
        </pc:sldMkLst>
        <pc:spChg chg="mod">
          <ac:chgData name="Naimish Vadodariya" userId="d2e325c0593a319e" providerId="LiveId" clId="{7530B1A6-89BA-4ADF-91A6-E40588B67A29}" dt="2025-06-22T14:44:22.191" v="346"/>
          <ac:spMkLst>
            <pc:docMk/>
            <pc:sldMk cId="172363546" sldId="514"/>
            <ac:spMk id="2" creationId="{AAFADA40-7AB1-0E2D-9E4F-B45524DCEEDA}"/>
          </ac:spMkLst>
        </pc:spChg>
        <pc:picChg chg="add mod">
          <ac:chgData name="Naimish Vadodariya" userId="d2e325c0593a319e" providerId="LiveId" clId="{7530B1A6-89BA-4ADF-91A6-E40588B67A29}" dt="2025-06-22T14:44:30.696" v="349" actId="1076"/>
          <ac:picMkLst>
            <pc:docMk/>
            <pc:sldMk cId="172363546" sldId="514"/>
            <ac:picMk id="5" creationId="{0348BEBC-EF16-2C59-D7E4-84CBDF4867B9}"/>
          </ac:picMkLst>
        </pc:picChg>
      </pc:sldChg>
      <pc:sldChg chg="addSp modSp new mod">
        <pc:chgData name="Naimish Vadodariya" userId="d2e325c0593a319e" providerId="LiveId" clId="{7530B1A6-89BA-4ADF-91A6-E40588B67A29}" dt="2025-06-22T14:45:16.543" v="362" actId="1076"/>
        <pc:sldMkLst>
          <pc:docMk/>
          <pc:sldMk cId="2640088847" sldId="515"/>
        </pc:sldMkLst>
        <pc:spChg chg="mod">
          <ac:chgData name="Naimish Vadodariya" userId="d2e325c0593a319e" providerId="LiveId" clId="{7530B1A6-89BA-4ADF-91A6-E40588B67A29}" dt="2025-06-22T14:44:41.567" v="352"/>
          <ac:spMkLst>
            <pc:docMk/>
            <pc:sldMk cId="2640088847" sldId="515"/>
            <ac:spMk id="2" creationId="{7E2249F9-58A7-5A69-E9C6-1DC3BE8C1953}"/>
          </ac:spMkLst>
        </pc:spChg>
        <pc:spChg chg="add mod">
          <ac:chgData name="Naimish Vadodariya" userId="d2e325c0593a319e" providerId="LiveId" clId="{7530B1A6-89BA-4ADF-91A6-E40588B67A29}" dt="2025-06-22T14:45:16.543" v="362" actId="1076"/>
          <ac:spMkLst>
            <pc:docMk/>
            <pc:sldMk cId="2640088847" sldId="515"/>
            <ac:spMk id="4" creationId="{7783B86E-6295-2E4D-09FE-A14140C7A5DF}"/>
          </ac:spMkLst>
        </pc:spChg>
        <pc:picChg chg="add mod">
          <ac:chgData name="Naimish Vadodariya" userId="d2e325c0593a319e" providerId="LiveId" clId="{7530B1A6-89BA-4ADF-91A6-E40588B67A29}" dt="2025-06-22T14:44:46.325" v="354"/>
          <ac:picMkLst>
            <pc:docMk/>
            <pc:sldMk cId="2640088847" sldId="515"/>
            <ac:picMk id="5" creationId="{75BF5765-3700-7DE5-E2B5-61CBF2F8479A}"/>
          </ac:picMkLst>
        </pc:picChg>
        <pc:inkChg chg="add mod">
          <ac:chgData name="Naimish Vadodariya" userId="d2e325c0593a319e" providerId="LiveId" clId="{7530B1A6-89BA-4ADF-91A6-E40588B67A29}" dt="2025-06-22T14:44:55.441" v="357"/>
          <ac:inkMkLst>
            <pc:docMk/>
            <pc:sldMk cId="2640088847" sldId="515"/>
            <ac:inkMk id="7" creationId="{C6A8AC8B-1D00-3B9B-FD76-7FEBFD894F49}"/>
          </ac:inkMkLst>
        </pc:inkChg>
      </pc:sldChg>
      <pc:sldChg chg="new del">
        <pc:chgData name="Naimish Vadodariya" userId="d2e325c0593a319e" providerId="LiveId" clId="{7530B1A6-89BA-4ADF-91A6-E40588B67A29}" dt="2025-06-22T14:45:29.413" v="364" actId="680"/>
        <pc:sldMkLst>
          <pc:docMk/>
          <pc:sldMk cId="1322878990" sldId="516"/>
        </pc:sldMkLst>
      </pc:sldChg>
      <pc:sldChg chg="add del">
        <pc:chgData name="Naimish Vadodariya" userId="d2e325c0593a319e" providerId="LiveId" clId="{7530B1A6-89BA-4ADF-91A6-E40588B67A29}" dt="2025-06-23T04:28:55.260" v="438" actId="47"/>
        <pc:sldMkLst>
          <pc:docMk/>
          <pc:sldMk cId="2368467284" sldId="516"/>
        </pc:sldMkLst>
      </pc:sldChg>
      <pc:sldChg chg="modSp new del mod">
        <pc:chgData name="Naimish Vadodariya" userId="d2e325c0593a319e" providerId="LiveId" clId="{7530B1A6-89BA-4ADF-91A6-E40588B67A29}" dt="2025-06-23T04:28:55.260" v="438" actId="47"/>
        <pc:sldMkLst>
          <pc:docMk/>
          <pc:sldMk cId="741432728" sldId="517"/>
        </pc:sldMkLst>
        <pc:spChg chg="mod">
          <ac:chgData name="Naimish Vadodariya" userId="d2e325c0593a319e" providerId="LiveId" clId="{7530B1A6-89BA-4ADF-91A6-E40588B67A29}" dt="2025-06-23T02:29:32.102" v="437" actId="20577"/>
          <ac:spMkLst>
            <pc:docMk/>
            <pc:sldMk cId="741432728" sldId="517"/>
            <ac:spMk id="2" creationId="{9396BEF2-7087-7211-8272-8EFF8A0633C7}"/>
          </ac:spMkLst>
        </pc:spChg>
      </pc:sldChg>
      <pc:sldMasterChg chg="delSldLayout modSldLayout">
        <pc:chgData name="Naimish Vadodariya" userId="d2e325c0593a319e" providerId="LiveId" clId="{7530B1A6-89BA-4ADF-91A6-E40588B67A29}" dt="2025-06-23T04:30:34.004" v="480" actId="20577"/>
        <pc:sldMasterMkLst>
          <pc:docMk/>
          <pc:sldMasterMk cId="791954662" sldId="2147483648"/>
        </pc:sldMasterMkLst>
        <pc:sldLayoutChg chg="addSp delSp modSp mod">
          <pc:chgData name="Naimish Vadodariya" userId="d2e325c0593a319e" providerId="LiveId" clId="{7530B1A6-89BA-4ADF-91A6-E40588B67A29}" dt="2025-06-23T04:30:34.004" v="480" actId="20577"/>
          <pc:sldLayoutMkLst>
            <pc:docMk/>
            <pc:sldMasterMk cId="791954662" sldId="2147483648"/>
            <pc:sldLayoutMk cId="3466633316" sldId="2147483670"/>
          </pc:sldLayoutMkLst>
          <pc:spChg chg="add mod">
            <ac:chgData name="Naimish Vadodariya" userId="d2e325c0593a319e" providerId="LiveId" clId="{7530B1A6-89BA-4ADF-91A6-E40588B67A29}" dt="2025-06-23T04:30:21.565" v="445" actId="1076"/>
            <ac:spMkLst>
              <pc:docMk/>
              <pc:sldMasterMk cId="791954662" sldId="2147483648"/>
              <pc:sldLayoutMk cId="3466633316" sldId="2147483670"/>
              <ac:spMk id="4" creationId="{5509D182-B13D-AFEF-A048-B6B3303D0A32}"/>
            </ac:spMkLst>
          </pc:spChg>
          <pc:spChg chg="mod">
            <ac:chgData name="Naimish Vadodariya" userId="d2e325c0593a319e" providerId="LiveId" clId="{7530B1A6-89BA-4ADF-91A6-E40588B67A29}" dt="2025-06-23T04:30:34.004" v="480" actId="20577"/>
            <ac:spMkLst>
              <pc:docMk/>
              <pc:sldMasterMk cId="791954662" sldId="2147483648"/>
              <pc:sldLayoutMk cId="3466633316" sldId="2147483670"/>
              <ac:spMk id="19" creationId="{CA463A36-7025-4394-9467-8A3EC3425B00}"/>
            </ac:spMkLst>
          </pc:spChg>
          <pc:spChg chg="del">
            <ac:chgData name="Naimish Vadodariya" userId="d2e325c0593a319e" providerId="LiveId" clId="{7530B1A6-89BA-4ADF-91A6-E40588B67A29}" dt="2025-06-23T04:30:11.200" v="444" actId="478"/>
            <ac:spMkLst>
              <pc:docMk/>
              <pc:sldMasterMk cId="791954662" sldId="2147483648"/>
              <pc:sldLayoutMk cId="3466633316" sldId="2147483670"/>
              <ac:spMk id="22" creationId="{BF2BE79E-EA17-4AB9-8CB5-714A52A6B2F5}"/>
            </ac:spMkLst>
          </pc:spChg>
          <pc:cxnChg chg="mod">
            <ac:chgData name="Naimish Vadodariya" userId="d2e325c0593a319e" providerId="LiveId" clId="{7530B1A6-89BA-4ADF-91A6-E40588B67A29}" dt="2025-06-23T04:29:56.165" v="441" actId="1076"/>
            <ac:cxnSpMkLst>
              <pc:docMk/>
              <pc:sldMasterMk cId="791954662" sldId="2147483648"/>
              <pc:sldLayoutMk cId="3466633316" sldId="2147483670"/>
              <ac:cxnSpMk id="24" creationId="{F86BF578-C91A-4942-95D5-11408C3CCACF}"/>
            </ac:cxnSpMkLst>
          </pc:cxnChg>
        </pc:sldLayoutChg>
        <pc:sldLayoutChg chg="del">
          <pc:chgData name="Naimish Vadodariya" userId="d2e325c0593a319e" providerId="LiveId" clId="{7530B1A6-89BA-4ADF-91A6-E40588B67A29}" dt="2025-06-22T14:45:02.724" v="358" actId="47"/>
          <pc:sldLayoutMkLst>
            <pc:docMk/>
            <pc:sldMasterMk cId="791954662" sldId="2147483648"/>
            <pc:sldLayoutMk cId="1063645790" sldId="2147483694"/>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7/15/2026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png"/><Relationship Id="rId5" Type="http://schemas.openxmlformats.org/officeDocument/2006/relationships/image" Target="../media/image4.png"/><Relationship Id="rId10" Type="http://schemas.openxmlformats.org/officeDocument/2006/relationships/image" Target="../media/image8.jpeg"/><Relationship Id="rId4" Type="http://schemas.openxmlformats.org/officeDocument/2006/relationships/image" Target="../media/image3.png"/><Relationship Id="rId9"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9.png"/><Relationship Id="rId4" Type="http://schemas.microsoft.com/office/2007/relationships/hdphoto" Target="../media/hdphoto2.wdp"/></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13.png"/></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microsoft.com/office/2007/relationships/hdphoto" Target="../media/hdphoto3.wdp"/><Relationship Id="rId10" Type="http://schemas.openxmlformats.org/officeDocument/2006/relationships/image" Target="../media/image13.png"/><Relationship Id="rId4" Type="http://schemas.openxmlformats.org/officeDocument/2006/relationships/image" Target="../media/image14.png"/><Relationship Id="rId9" Type="http://schemas.openxmlformats.org/officeDocument/2006/relationships/image" Target="../media/image8.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14.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15.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16.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17.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image" Target="../media/image17.jpe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18.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2.png"/><Relationship Id="rId9" Type="http://schemas.openxmlformats.org/officeDocument/2006/relationships/image" Target="../media/image8.jpeg"/></Relationships>
</file>

<file path=ppt/slideLayouts/_rels/slideLayout18.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19.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20.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2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22.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16.png"/><Relationship Id="rId5" Type="http://schemas.openxmlformats.org/officeDocument/2006/relationships/image" Target="../media/image4.png"/><Relationship Id="rId10" Type="http://schemas.openxmlformats.org/officeDocument/2006/relationships/image" Target="../media/image8.jpeg"/><Relationship Id="rId4" Type="http://schemas.openxmlformats.org/officeDocument/2006/relationships/image" Target="../media/image3.png"/><Relationship Id="rId9" Type="http://schemas.openxmlformats.org/officeDocument/2006/relationships/image" Target="../media/image19.jpeg"/></Relationships>
</file>

<file path=ppt/slideLayouts/_rels/slideLayout23.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8.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9">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grpSp>
        <p:nvGrpSpPr>
          <p:cNvPr id="30" name="Group 29">
            <a:extLst>
              <a:ext uri="{FF2B5EF4-FFF2-40B4-BE49-F238E27FC236}">
                <a16:creationId xmlns:a16="http://schemas.microsoft.com/office/drawing/2014/main" id="{AE04132C-088A-4457-A3C3-1DC6427585FC}"/>
              </a:ext>
            </a:extLst>
          </p:cNvPr>
          <p:cNvGrpSpPr/>
          <p:nvPr userDrawn="1"/>
        </p:nvGrpSpPr>
        <p:grpSpPr>
          <a:xfrm>
            <a:off x="10677938" y="6350844"/>
            <a:ext cx="1339023" cy="407045"/>
            <a:chOff x="10721798" y="852808"/>
            <a:chExt cx="1339023" cy="407045"/>
          </a:xfrm>
        </p:grpSpPr>
        <p:pic>
          <p:nvPicPr>
            <p:cNvPr id="31" name="Picture 30">
              <a:extLst>
                <a:ext uri="{FF2B5EF4-FFF2-40B4-BE49-F238E27FC236}">
                  <a16:creationId xmlns:a16="http://schemas.microsoft.com/office/drawing/2014/main" id="{B49C31A0-0173-45C3-B715-F73A797EA642}"/>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34" name="Rectangle 33">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5" name="Picture 34">
            <a:extLst>
              <a:ext uri="{FF2B5EF4-FFF2-40B4-BE49-F238E27FC236}">
                <a16:creationId xmlns:a16="http://schemas.microsoft.com/office/drawing/2014/main" id="{E75253BA-841C-4898-BAAF-3A16D7F9433E}"/>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3570593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pic>
        <p:nvPicPr>
          <p:cNvPr id="14" name="Picture 13"/>
          <p:cNvPicPr>
            <a:picLocks noChangeAspect="1"/>
          </p:cNvPicPr>
          <p:nvPr userDrawn="1"/>
        </p:nvPicPr>
        <p:blipFill rotWithShape="1">
          <a:blip r:embed="rId2" cstate="print">
            <a:extLst>
              <a:ext uri="{28A0092B-C50C-407E-A947-70E740481C1C}">
                <a14:useLocalDpi xmlns:a14="http://schemas.microsoft.com/office/drawing/2010/main" val="0"/>
              </a:ext>
            </a:extLst>
          </a:blip>
          <a:srcRect l="4981" t="10725" r="4439" b="11492"/>
          <a:stretch/>
        </p:blipFill>
        <p:spPr>
          <a:xfrm>
            <a:off x="10150094" y="861192"/>
            <a:ext cx="1910727" cy="741362"/>
          </a:xfrm>
          <a:prstGeom prst="rect">
            <a:avLst/>
          </a:prstGeom>
        </p:spPr>
      </p:pic>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Naimish R. Vadodariya</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1762425" y="6553200"/>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2">
            <a:extLst>
              <a:ext uri="{FF2B5EF4-FFF2-40B4-BE49-F238E27FC236}">
                <a16:creationId xmlns:a16="http://schemas.microsoft.com/office/drawing/2014/main" id="{5509D182-B13D-AFEF-A048-B6B3303D0A32}"/>
              </a:ext>
            </a:extLst>
          </p:cNvPr>
          <p:cNvSpPr txBox="1">
            <a:spLocks/>
          </p:cNvSpPr>
          <p:nvPr userDrawn="1"/>
        </p:nvSpPr>
        <p:spPr>
          <a:xfrm>
            <a:off x="4026952" y="6602874"/>
            <a:ext cx="6550378"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#2501CS501 (Building RESTful APIs with ASP.NET Core)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Introduction to Web API</a:t>
            </a:r>
          </a:p>
        </p:txBody>
      </p:sp>
    </p:spTree>
    <p:extLst>
      <p:ext uri="{BB962C8B-B14F-4D97-AF65-F5344CB8AC3E}">
        <p14:creationId xmlns:p14="http://schemas.microsoft.com/office/powerpoint/2010/main" val="3466633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Naimish R. Vadodariya</a:t>
            </a: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2993366" y="6604000"/>
            <a:ext cx="7595612"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#2401CS521 (Building RESTful APIs with ASP.NET Core)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Introduction to .NET Web API</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8FD38B6F-D549-4D28-B5DA-3AF636652084}"/>
              </a:ext>
            </a:extLst>
          </p:cNvPr>
          <p:cNvGrpSpPr/>
          <p:nvPr userDrawn="1"/>
        </p:nvGrpSpPr>
        <p:grpSpPr>
          <a:xfrm>
            <a:off x="10357991" y="5976558"/>
            <a:ext cx="1649043" cy="501287"/>
            <a:chOff x="10721798" y="852808"/>
            <a:chExt cx="1339023" cy="407045"/>
          </a:xfrm>
        </p:grpSpPr>
        <p:pic>
          <p:nvPicPr>
            <p:cNvPr id="13" name="Picture 12">
              <a:extLst>
                <a:ext uri="{FF2B5EF4-FFF2-40B4-BE49-F238E27FC236}">
                  <a16:creationId xmlns:a16="http://schemas.microsoft.com/office/drawing/2014/main" id="{538C9597-8AB6-41B2-8903-FB3D0B47ADD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5" name="Rectangle 14">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02761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pic>
        <p:nvPicPr>
          <p:cNvPr id="14" name="Picture 13"/>
          <p:cNvPicPr>
            <a:picLocks noChangeAspect="1"/>
          </p:cNvPicPr>
          <p:nvPr userDrawn="1"/>
        </p:nvPicPr>
        <p:blipFill rotWithShape="1">
          <a:blip r:embed="rId2" cstate="print">
            <a:extLst>
              <a:ext uri="{28A0092B-C50C-407E-A947-70E740481C1C}">
                <a14:useLocalDpi xmlns:a14="http://schemas.microsoft.com/office/drawing/2010/main" val="0"/>
              </a:ext>
            </a:extLst>
          </a:blip>
          <a:srcRect l="4981" t="10725" r="4439" b="11492"/>
          <a:stretch/>
        </p:blipFill>
        <p:spPr>
          <a:xfrm>
            <a:off x="131180" y="5712647"/>
            <a:ext cx="1910727" cy="741362"/>
          </a:xfrm>
          <a:prstGeom prst="rect">
            <a:avLst/>
          </a:prstGeom>
        </p:spPr>
      </p:pic>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Firoz</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Sherasiya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21CS05101(DBMS)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Introduction of DBMS</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6862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10"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grpSp>
        <p:nvGrpSpPr>
          <p:cNvPr id="14" name="Group 13">
            <a:extLst>
              <a:ext uri="{FF2B5EF4-FFF2-40B4-BE49-F238E27FC236}">
                <a16:creationId xmlns:a16="http://schemas.microsoft.com/office/drawing/2014/main" id="{AE04132C-088A-4457-A3C3-1DC6427585FC}"/>
              </a:ext>
            </a:extLst>
          </p:cNvPr>
          <p:cNvGrpSpPr/>
          <p:nvPr userDrawn="1"/>
        </p:nvGrpSpPr>
        <p:grpSpPr>
          <a:xfrm>
            <a:off x="10677938" y="6350844"/>
            <a:ext cx="1339023" cy="407045"/>
            <a:chOff x="10721798" y="852808"/>
            <a:chExt cx="1339023" cy="407045"/>
          </a:xfrm>
        </p:grpSpPr>
        <p:pic>
          <p:nvPicPr>
            <p:cNvPr id="15" name="Picture 14">
              <a:extLst>
                <a:ext uri="{FF2B5EF4-FFF2-40B4-BE49-F238E27FC236}">
                  <a16:creationId xmlns:a16="http://schemas.microsoft.com/office/drawing/2014/main" id="{B49C31A0-0173-45C3-B715-F73A797EA64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7" name="Rectangle 16">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01692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 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Dhamsaniya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#3130006 (PS)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Basic Probability</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8FD38B6F-D549-4D28-B5DA-3AF636652084}"/>
              </a:ext>
            </a:extLst>
          </p:cNvPr>
          <p:cNvGrpSpPr/>
          <p:nvPr userDrawn="1"/>
        </p:nvGrpSpPr>
        <p:grpSpPr>
          <a:xfrm>
            <a:off x="10357991" y="105840"/>
            <a:ext cx="1649043" cy="501287"/>
            <a:chOff x="10721798" y="852808"/>
            <a:chExt cx="1339023" cy="407045"/>
          </a:xfrm>
        </p:grpSpPr>
        <p:pic>
          <p:nvPicPr>
            <p:cNvPr id="9" name="Picture 8">
              <a:extLst>
                <a:ext uri="{FF2B5EF4-FFF2-40B4-BE49-F238E27FC236}">
                  <a16:creationId xmlns:a16="http://schemas.microsoft.com/office/drawing/2014/main" id="{538C9597-8AB6-41B2-8903-FB3D0B47AD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0" name="Rectangle 9">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71972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 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Dhamsaniya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#3130006 (PS)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Basic Probability</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8FD38B6F-D549-4D28-B5DA-3AF636652084}"/>
              </a:ext>
            </a:extLst>
          </p:cNvPr>
          <p:cNvGrpSpPr/>
          <p:nvPr userDrawn="1"/>
        </p:nvGrpSpPr>
        <p:grpSpPr>
          <a:xfrm>
            <a:off x="10357991" y="5976558"/>
            <a:ext cx="1649043" cy="501287"/>
            <a:chOff x="10721798" y="852808"/>
            <a:chExt cx="1339023" cy="407045"/>
          </a:xfrm>
        </p:grpSpPr>
        <p:pic>
          <p:nvPicPr>
            <p:cNvPr id="9" name="Picture 8">
              <a:extLst>
                <a:ext uri="{FF2B5EF4-FFF2-40B4-BE49-F238E27FC236}">
                  <a16:creationId xmlns:a16="http://schemas.microsoft.com/office/drawing/2014/main" id="{538C9597-8AB6-41B2-8903-FB3D0B47AD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0" name="Rectangle 9">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06247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 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Dhamsaniya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#3130006 (PS)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Basic Probability</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8FD38B6F-D549-4D28-B5DA-3AF636652084}"/>
              </a:ext>
            </a:extLst>
          </p:cNvPr>
          <p:cNvGrpSpPr/>
          <p:nvPr userDrawn="1"/>
        </p:nvGrpSpPr>
        <p:grpSpPr>
          <a:xfrm>
            <a:off x="127313" y="5993448"/>
            <a:ext cx="1649043" cy="501287"/>
            <a:chOff x="10721798" y="852808"/>
            <a:chExt cx="1339023" cy="407045"/>
          </a:xfrm>
        </p:grpSpPr>
        <p:pic>
          <p:nvPicPr>
            <p:cNvPr id="9" name="Picture 8">
              <a:extLst>
                <a:ext uri="{FF2B5EF4-FFF2-40B4-BE49-F238E27FC236}">
                  <a16:creationId xmlns:a16="http://schemas.microsoft.com/office/drawing/2014/main" id="{538C9597-8AB6-41B2-8903-FB3D0B47AD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0" name="Rectangle 9">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43314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2287806" cy="338554"/>
          </a:xfrm>
          <a:prstGeom prst="rect">
            <a:avLst/>
          </a:prstGeom>
          <a:noFill/>
        </p:spPr>
        <p:txBody>
          <a:bodyPr wrap="none" rtlCol="0">
            <a:spAutoFit/>
          </a:bodyPr>
          <a:lstStyle/>
          <a:p>
            <a:r>
              <a:rPr lang="en-US" sz="1600" dirty="0" err="1"/>
              <a:t>Darshan</a:t>
            </a:r>
            <a:r>
              <a:rPr lang="en-US" sz="1600" dirty="0"/>
              <a:t> University,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
        <p:nvSpPr>
          <p:cNvPr id="38" name="Hexagon 37"/>
          <p:cNvSpPr/>
          <p:nvPr userDrawn="1"/>
        </p:nvSpPr>
        <p:spPr>
          <a:xfrm rot="5400000">
            <a:off x="4309292" y="1717040"/>
            <a:ext cx="3461658" cy="2984188"/>
          </a:xfrm>
          <a:prstGeom prst="hexagon">
            <a:avLst/>
          </a:prstGeom>
          <a:solidFill>
            <a:schemeClr val="bg1">
              <a:lumMod val="95000"/>
            </a:schemeClr>
          </a:solidFill>
          <a:ln w="57150">
            <a:solidFill>
              <a:schemeClr val="accent6"/>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9" name="TextBox 38"/>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
        <p:nvSpPr>
          <p:cNvPr id="41" name="Rectangle 40"/>
          <p:cNvSpPr/>
          <p:nvPr userDrawn="1"/>
        </p:nvSpPr>
        <p:spPr>
          <a:xfrm>
            <a:off x="7678346" y="2221532"/>
            <a:ext cx="4513654" cy="195169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2" name="Rectangle 41"/>
          <p:cNvSpPr/>
          <p:nvPr userDrawn="1"/>
        </p:nvSpPr>
        <p:spPr>
          <a:xfrm>
            <a:off x="0" y="2221532"/>
            <a:ext cx="4402106" cy="195169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pic>
        <p:nvPicPr>
          <p:cNvPr id="31" name="Picture 30"/>
          <p:cNvPicPr>
            <a:picLocks noChangeAspect="1"/>
          </p:cNvPicPr>
          <p:nvPr userDrawn="1"/>
        </p:nvPicPr>
        <p:blipFill rotWithShape="1">
          <a:blip r:embed="rId9" cstate="print">
            <a:extLst>
              <a:ext uri="{28A0092B-C50C-407E-A947-70E740481C1C}">
                <a14:useLocalDpi xmlns:a14="http://schemas.microsoft.com/office/drawing/2010/main" val="0"/>
              </a:ext>
            </a:extLst>
          </a:blip>
          <a:srcRect l="4981" t="10725" r="4439" b="11492"/>
          <a:stretch/>
        </p:blipFill>
        <p:spPr>
          <a:xfrm>
            <a:off x="8808333" y="87380"/>
            <a:ext cx="2592372" cy="1005840"/>
          </a:xfrm>
          <a:prstGeom prst="rect">
            <a:avLst/>
          </a:prstGeom>
        </p:spPr>
      </p:pic>
    </p:spTree>
    <p:extLst>
      <p:ext uri="{BB962C8B-B14F-4D97-AF65-F5344CB8AC3E}">
        <p14:creationId xmlns:p14="http://schemas.microsoft.com/office/powerpoint/2010/main" val="7800382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4" cstate="print">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sp>
        <p:nvSpPr>
          <p:cNvPr id="41" name="Hexagon 40"/>
          <p:cNvSpPr/>
          <p:nvPr userDrawn="1"/>
        </p:nvSpPr>
        <p:spPr>
          <a:xfrm rot="5400000">
            <a:off x="4309292" y="1717040"/>
            <a:ext cx="3461658" cy="2984188"/>
          </a:xfrm>
          <a:prstGeom prst="hexagon">
            <a:avLst/>
          </a:prstGeom>
          <a:solidFill>
            <a:schemeClr val="bg1">
              <a:lumMod val="95000"/>
            </a:schemeClr>
          </a:solidFill>
          <a:ln w="57150">
            <a:solidFill>
              <a:schemeClr val="accent6"/>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42" name="TextBox 41"/>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
        <p:nvSpPr>
          <p:cNvPr id="43" name="Rectangle 42"/>
          <p:cNvSpPr/>
          <p:nvPr userDrawn="1"/>
        </p:nvSpPr>
        <p:spPr>
          <a:xfrm>
            <a:off x="7678346" y="2221532"/>
            <a:ext cx="4513654" cy="195169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4" name="Rectangle 43"/>
          <p:cNvSpPr/>
          <p:nvPr userDrawn="1"/>
        </p:nvSpPr>
        <p:spPr>
          <a:xfrm>
            <a:off x="0" y="2221532"/>
            <a:ext cx="4402106" cy="195169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47"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cxnSp>
        <p:nvCxnSpPr>
          <p:cNvPr id="48" name="Straight Connector 47">
            <a:extLst>
              <a:ext uri="{FF2B5EF4-FFF2-40B4-BE49-F238E27FC236}">
                <a16:creationId xmlns:a16="http://schemas.microsoft.com/office/drawing/2014/main" id="{E79C5D16-8087-4587-9A0A-A0570C73E0E7}"/>
              </a:ext>
            </a:extLst>
          </p:cNvPr>
          <p:cNvCxnSpPr/>
          <p:nvPr userDrawn="1"/>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49" name="Picture 48">
            <a:extLst>
              <a:ext uri="{FF2B5EF4-FFF2-40B4-BE49-F238E27FC236}">
                <a16:creationId xmlns:a16="http://schemas.microsoft.com/office/drawing/2014/main" id="{9812EDA6-C656-492A-A9CA-44B03C639132}"/>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50" name="Picture 49">
            <a:extLst>
              <a:ext uri="{FF2B5EF4-FFF2-40B4-BE49-F238E27FC236}">
                <a16:creationId xmlns:a16="http://schemas.microsoft.com/office/drawing/2014/main" id="{627AEF91-6492-4B0C-A844-2296473B58DE}"/>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51"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52" name="Text Placeholder 2">
            <a:extLst>
              <a:ext uri="{FF2B5EF4-FFF2-40B4-BE49-F238E27FC236}">
                <a16:creationId xmlns:a16="http://schemas.microsoft.com/office/drawing/2014/main"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56"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7"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8" name="Picture 57">
            <a:extLst>
              <a:ext uri="{FF2B5EF4-FFF2-40B4-BE49-F238E27FC236}">
                <a16:creationId xmlns:a16="http://schemas.microsoft.com/office/drawing/2014/main" id="{77B7B864-C091-4493-B14B-F5B61B586EED}"/>
              </a:ext>
            </a:extLst>
          </p:cNvPr>
          <p:cNvPicPr>
            <a:picLocks noChangeAspect="1"/>
          </p:cNvPicPr>
          <p:nvPr userDrawn="1"/>
        </p:nvPicPr>
        <p:blipFill>
          <a:blip r:embed="rId8"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59" name="Picture 58"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6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27" name="Picture 26"/>
          <p:cNvPicPr>
            <a:picLocks noChangeAspect="1"/>
          </p:cNvPicPr>
          <p:nvPr userDrawn="1"/>
        </p:nvPicPr>
        <p:blipFill rotWithShape="1">
          <a:blip r:embed="rId10" cstate="print">
            <a:extLst>
              <a:ext uri="{28A0092B-C50C-407E-A947-70E740481C1C}">
                <a14:useLocalDpi xmlns:a14="http://schemas.microsoft.com/office/drawing/2010/main" val="0"/>
              </a:ext>
            </a:extLst>
          </a:blip>
          <a:srcRect l="4981" t="10725" r="4439" b="11492"/>
          <a:stretch/>
        </p:blipFill>
        <p:spPr>
          <a:xfrm>
            <a:off x="8808333" y="87380"/>
            <a:ext cx="2592372" cy="1005840"/>
          </a:xfrm>
          <a:prstGeom prst="rect">
            <a:avLst/>
          </a:prstGeom>
        </p:spPr>
      </p:pic>
    </p:spTree>
    <p:extLst>
      <p:ext uri="{BB962C8B-B14F-4D97-AF65-F5344CB8AC3E}">
        <p14:creationId xmlns:p14="http://schemas.microsoft.com/office/powerpoint/2010/main" val="29418279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0" name="Picture 29"/>
          <p:cNvPicPr>
            <a:picLocks noChangeAspect="1"/>
          </p:cNvPicPr>
          <p:nvPr userDrawn="1"/>
        </p:nvPicPr>
        <p:blipFill rotWithShape="1">
          <a:blip r:embed="rId10" cstate="print">
            <a:extLst>
              <a:ext uri="{28A0092B-C50C-407E-A947-70E740481C1C}">
                <a14:useLocalDpi xmlns:a14="http://schemas.microsoft.com/office/drawing/2010/main" val="0"/>
              </a:ext>
            </a:extLst>
          </a:blip>
          <a:srcRect l="4981" t="10725" r="4439" b="11492"/>
          <a:stretch/>
        </p:blipFill>
        <p:spPr>
          <a:xfrm>
            <a:off x="8236872" y="194986"/>
            <a:ext cx="3313045" cy="1285461"/>
          </a:xfrm>
          <a:prstGeom prst="rect">
            <a:avLst/>
          </a:prstGeom>
        </p:spPr>
      </p:pic>
    </p:spTree>
    <p:extLst>
      <p:ext uri="{BB962C8B-B14F-4D97-AF65-F5344CB8AC3E}">
        <p14:creationId xmlns:p14="http://schemas.microsoft.com/office/powerpoint/2010/main" val="27088808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21" name="Picture 20"/>
          <p:cNvPicPr>
            <a:picLocks noChangeAspect="1"/>
          </p:cNvPicPr>
          <p:nvPr userDrawn="1"/>
        </p:nvPicPr>
        <p:blipFill rotWithShape="1">
          <a:blip r:embed="rId10" cstate="print">
            <a:extLst>
              <a:ext uri="{28A0092B-C50C-407E-A947-70E740481C1C}">
                <a14:useLocalDpi xmlns:a14="http://schemas.microsoft.com/office/drawing/2010/main" val="0"/>
              </a:ext>
            </a:extLst>
          </a:blip>
          <a:srcRect l="4981" t="10725" r="4439" b="11492"/>
          <a:stretch/>
        </p:blipFill>
        <p:spPr>
          <a:xfrm>
            <a:off x="8236872" y="194986"/>
            <a:ext cx="3313045" cy="1285461"/>
          </a:xfrm>
          <a:prstGeom prst="rect">
            <a:avLst/>
          </a:prstGeom>
        </p:spPr>
      </p:pic>
    </p:spTree>
    <p:extLst>
      <p:ext uri="{BB962C8B-B14F-4D97-AF65-F5344CB8AC3E}">
        <p14:creationId xmlns:p14="http://schemas.microsoft.com/office/powerpoint/2010/main" val="7645704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rotWithShape="1">
          <a:blip r:embed="rId10" cstate="print">
            <a:extLst>
              <a:ext uri="{28A0092B-C50C-407E-A947-70E740481C1C}">
                <a14:useLocalDpi xmlns:a14="http://schemas.microsoft.com/office/drawing/2010/main" val="0"/>
              </a:ext>
            </a:extLst>
          </a:blip>
          <a:srcRect l="4981" t="10725" r="4439" b="11492"/>
          <a:stretch/>
        </p:blipFill>
        <p:spPr>
          <a:xfrm>
            <a:off x="8236872" y="194986"/>
            <a:ext cx="3313045" cy="1285461"/>
          </a:xfrm>
          <a:prstGeom prst="rect">
            <a:avLst/>
          </a:prstGeom>
        </p:spPr>
      </p:pic>
    </p:spTree>
    <p:extLst>
      <p:ext uri="{BB962C8B-B14F-4D97-AF65-F5344CB8AC3E}">
        <p14:creationId xmlns:p14="http://schemas.microsoft.com/office/powerpoint/2010/main" val="7850339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rotWithShape="1">
          <a:blip r:embed="rId10" cstate="print">
            <a:extLst>
              <a:ext uri="{28A0092B-C50C-407E-A947-70E740481C1C}">
                <a14:useLocalDpi xmlns:a14="http://schemas.microsoft.com/office/drawing/2010/main" val="0"/>
              </a:ext>
            </a:extLst>
          </a:blip>
          <a:srcRect l="4981" t="10725" r="4439" b="11492"/>
          <a:stretch/>
        </p:blipFill>
        <p:spPr>
          <a:xfrm>
            <a:off x="8236872" y="194986"/>
            <a:ext cx="3313045" cy="1285461"/>
          </a:xfrm>
          <a:prstGeom prst="rect">
            <a:avLst/>
          </a:prstGeom>
        </p:spPr>
      </p:pic>
    </p:spTree>
    <p:extLst>
      <p:ext uri="{BB962C8B-B14F-4D97-AF65-F5344CB8AC3E}">
        <p14:creationId xmlns:p14="http://schemas.microsoft.com/office/powerpoint/2010/main" val="6158597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34" name="Picture 4" descr="https://cdn5.vectorstock.com/i/1000x1000/21/59/dbms-database-management-system-computer-data-vector-8212159.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l="6294" t="9689" r="5315" b="18089"/>
          <a:stretch/>
        </p:blipFill>
        <p:spPr bwMode="auto">
          <a:xfrm>
            <a:off x="8407803" y="2089594"/>
            <a:ext cx="2880000" cy="2678811"/>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2287806" cy="338554"/>
          </a:xfrm>
          <a:prstGeom prst="rect">
            <a:avLst/>
          </a:prstGeom>
          <a:noFill/>
        </p:spPr>
        <p:txBody>
          <a:bodyPr wrap="none" rtlCol="0">
            <a:spAutoFit/>
          </a:bodyPr>
          <a:lstStyle/>
          <a:p>
            <a:r>
              <a:rPr lang="en-US" sz="1600" dirty="0" err="1"/>
              <a:t>Darshan</a:t>
            </a:r>
            <a:r>
              <a:rPr lang="en-US" sz="1600" dirty="0"/>
              <a:t> University,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E75253BA-841C-4898-BAAF-3A16D7F9433E}"/>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pic>
        <p:nvPicPr>
          <p:cNvPr id="5" name="Picture 4"/>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7876306" y="1703110"/>
            <a:ext cx="4950175" cy="2689595"/>
          </a:xfrm>
          <a:prstGeom prst="rect">
            <a:avLst/>
          </a:prstGeom>
        </p:spPr>
      </p:pic>
    </p:spTree>
    <p:extLst>
      <p:ext uri="{BB962C8B-B14F-4D97-AF65-F5344CB8AC3E}">
        <p14:creationId xmlns:p14="http://schemas.microsoft.com/office/powerpoint/2010/main" val="27316259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rotWithShape="1">
          <a:blip r:embed="rId10" cstate="print">
            <a:extLst>
              <a:ext uri="{28A0092B-C50C-407E-A947-70E740481C1C}">
                <a14:useLocalDpi xmlns:a14="http://schemas.microsoft.com/office/drawing/2010/main" val="0"/>
              </a:ext>
            </a:extLst>
          </a:blip>
          <a:srcRect l="4981" t="10725" r="4439" b="11492"/>
          <a:stretch/>
        </p:blipFill>
        <p:spPr>
          <a:xfrm>
            <a:off x="8236872" y="194986"/>
            <a:ext cx="3313045" cy="1285461"/>
          </a:xfrm>
          <a:prstGeom prst="rect">
            <a:avLst/>
          </a:prstGeom>
        </p:spPr>
      </p:pic>
    </p:spTree>
    <p:extLst>
      <p:ext uri="{BB962C8B-B14F-4D97-AF65-F5344CB8AC3E}">
        <p14:creationId xmlns:p14="http://schemas.microsoft.com/office/powerpoint/2010/main" val="37518816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rotWithShape="1">
          <a:blip r:embed="rId10" cstate="print">
            <a:extLst>
              <a:ext uri="{28A0092B-C50C-407E-A947-70E740481C1C}">
                <a14:useLocalDpi xmlns:a14="http://schemas.microsoft.com/office/drawing/2010/main" val="0"/>
              </a:ext>
            </a:extLst>
          </a:blip>
          <a:srcRect l="4981" t="10725" r="4439" b="11492"/>
          <a:stretch/>
        </p:blipFill>
        <p:spPr>
          <a:xfrm>
            <a:off x="8236872" y="194986"/>
            <a:ext cx="3313045" cy="1285461"/>
          </a:xfrm>
          <a:prstGeom prst="rect">
            <a:avLst/>
          </a:prstGeom>
        </p:spPr>
      </p:pic>
    </p:spTree>
    <p:extLst>
      <p:ext uri="{BB962C8B-B14F-4D97-AF65-F5344CB8AC3E}">
        <p14:creationId xmlns:p14="http://schemas.microsoft.com/office/powerpoint/2010/main" val="18065262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rotWithShape="1">
          <a:blip r:embed="rId10" cstate="print">
            <a:extLst>
              <a:ext uri="{28A0092B-C50C-407E-A947-70E740481C1C}">
                <a14:useLocalDpi xmlns:a14="http://schemas.microsoft.com/office/drawing/2010/main" val="0"/>
              </a:ext>
            </a:extLst>
          </a:blip>
          <a:srcRect l="4981" t="10725" r="4439" b="11492"/>
          <a:stretch/>
        </p:blipFill>
        <p:spPr>
          <a:xfrm>
            <a:off x="8236872" y="194986"/>
            <a:ext cx="3313045" cy="1285461"/>
          </a:xfrm>
          <a:prstGeom prst="rect">
            <a:avLst/>
          </a:prstGeom>
        </p:spPr>
      </p:pic>
    </p:spTree>
    <p:extLst>
      <p:ext uri="{BB962C8B-B14F-4D97-AF65-F5344CB8AC3E}">
        <p14:creationId xmlns:p14="http://schemas.microsoft.com/office/powerpoint/2010/main" val="40122809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rotWithShape="1">
          <a:blip r:embed="rId10" cstate="print">
            <a:extLst>
              <a:ext uri="{28A0092B-C50C-407E-A947-70E740481C1C}">
                <a14:useLocalDpi xmlns:a14="http://schemas.microsoft.com/office/drawing/2010/main" val="0"/>
              </a:ext>
            </a:extLst>
          </a:blip>
          <a:srcRect l="4981" t="10725" r="4439" b="11492"/>
          <a:stretch/>
        </p:blipFill>
        <p:spPr>
          <a:xfrm>
            <a:off x="8236872" y="194986"/>
            <a:ext cx="3313045" cy="1285461"/>
          </a:xfrm>
          <a:prstGeom prst="rect">
            <a:avLst/>
          </a:prstGeom>
        </p:spPr>
      </p:pic>
    </p:spTree>
    <p:extLst>
      <p:ext uri="{BB962C8B-B14F-4D97-AF65-F5344CB8AC3E}">
        <p14:creationId xmlns:p14="http://schemas.microsoft.com/office/powerpoint/2010/main" val="25328075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9"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4" name="Picture 33"/>
          <p:cNvPicPr>
            <a:picLocks noChangeAspect="1"/>
          </p:cNvPicPr>
          <p:nvPr userDrawn="1"/>
        </p:nvPicPr>
        <p:blipFill rotWithShape="1">
          <a:blip r:embed="rId11" cstate="print">
            <a:extLst>
              <a:ext uri="{28A0092B-C50C-407E-A947-70E740481C1C}">
                <a14:useLocalDpi xmlns:a14="http://schemas.microsoft.com/office/drawing/2010/main" val="0"/>
              </a:ext>
            </a:extLst>
          </a:blip>
          <a:srcRect l="4981" t="10725" r="4439" b="11492"/>
          <a:stretch/>
        </p:blipFill>
        <p:spPr>
          <a:xfrm>
            <a:off x="8236872" y="194986"/>
            <a:ext cx="3313045" cy="1285461"/>
          </a:xfrm>
          <a:prstGeom prst="rect">
            <a:avLst/>
          </a:prstGeom>
        </p:spPr>
      </p:pic>
    </p:spTree>
    <p:extLst>
      <p:ext uri="{BB962C8B-B14F-4D97-AF65-F5344CB8AC3E}">
        <p14:creationId xmlns:p14="http://schemas.microsoft.com/office/powerpoint/2010/main" val="37651319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rotWithShape="1">
          <a:blip r:embed="rId10" cstate="print">
            <a:extLst>
              <a:ext uri="{28A0092B-C50C-407E-A947-70E740481C1C}">
                <a14:useLocalDpi xmlns:a14="http://schemas.microsoft.com/office/drawing/2010/main" val="0"/>
              </a:ext>
            </a:extLst>
          </a:blip>
          <a:srcRect l="4981" t="10725" r="4439" b="11492"/>
          <a:stretch/>
        </p:blipFill>
        <p:spPr>
          <a:xfrm>
            <a:off x="8236872" y="194986"/>
            <a:ext cx="3313045" cy="1285461"/>
          </a:xfrm>
          <a:prstGeom prst="rect">
            <a:avLst/>
          </a:prstGeom>
        </p:spPr>
      </p:pic>
    </p:spTree>
    <p:extLst>
      <p:ext uri="{BB962C8B-B14F-4D97-AF65-F5344CB8AC3E}">
        <p14:creationId xmlns:p14="http://schemas.microsoft.com/office/powerpoint/2010/main" val="11705025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7/15/2026</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70" r:id="rId2"/>
    <p:sldLayoutId id="2147483687" r:id="rId3"/>
    <p:sldLayoutId id="2147483688" r:id="rId4"/>
    <p:sldLayoutId id="2147483671" r:id="rId5"/>
    <p:sldLayoutId id="2147483672" r:id="rId6"/>
    <p:sldLayoutId id="2147483689" r:id="rId7"/>
    <p:sldLayoutId id="2147483690" r:id="rId8"/>
    <p:sldLayoutId id="2147483673" r:id="rId9"/>
    <p:sldLayoutId id="2147483693" r:id="rId10"/>
    <p:sldLayoutId id="2147483692" r:id="rId11"/>
    <p:sldLayoutId id="2147483691" r:id="rId12"/>
    <p:sldLayoutId id="2147483674" r:id="rId13"/>
    <p:sldLayoutId id="2147483676" r:id="rId14"/>
    <p:sldLayoutId id="2147483677" r:id="rId15"/>
    <p:sldLayoutId id="2147483678" r:id="rId16"/>
    <p:sldLayoutId id="2147483679" r:id="rId17"/>
    <p:sldLayoutId id="2147483681" r:id="rId18"/>
    <p:sldLayoutId id="2147483683" r:id="rId19"/>
    <p:sldLayoutId id="2147483682" r:id="rId20"/>
    <p:sldLayoutId id="2147483684" r:id="rId21"/>
    <p:sldLayoutId id="2147483685" r:id="rId22"/>
    <p:sldLayoutId id="2147483686" r:id="rId2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xml"/><Relationship Id="rId4" Type="http://schemas.microsoft.com/office/2007/relationships/hdphoto" Target="../media/hdphoto4.wdp"/></Relationships>
</file>

<file path=ppt/slides/_rels/slide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6.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3.xml"/><Relationship Id="rId5" Type="http://schemas.openxmlformats.org/officeDocument/2006/relationships/image" Target="../media/image29.png"/><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png"/><Relationship Id="rId1" Type="http://schemas.openxmlformats.org/officeDocument/2006/relationships/slideLayout" Target="../slideLayouts/slideLayout3.xml"/><Relationship Id="rId5" Type="http://schemas.openxmlformats.org/officeDocument/2006/relationships/image" Target="../media/image38.jpeg"/><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3.xml"/><Relationship Id="rId4" Type="http://schemas.openxmlformats.org/officeDocument/2006/relationships/image" Target="../media/image45.png"/></Relationships>
</file>

<file path=ppt/slides/_rels/slide31.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3F305CB-DBE2-45D5-8D0B-92106F27C4BB}"/>
              </a:ext>
            </a:extLst>
          </p:cNvPr>
          <p:cNvSpPr>
            <a:spLocks noGrp="1"/>
          </p:cNvSpPr>
          <p:nvPr>
            <p:ph type="ctrTitle"/>
          </p:nvPr>
        </p:nvSpPr>
        <p:spPr>
          <a:xfrm>
            <a:off x="559490" y="1122364"/>
            <a:ext cx="7035300" cy="2992436"/>
          </a:xfrm>
        </p:spPr>
        <p:txBody>
          <a:bodyPr/>
          <a:lstStyle/>
          <a:p>
            <a:r>
              <a:rPr lang="en-US" sz="4800" b="0">
                <a:latin typeface="Roboto Condensed Light" panose="02000000000000000000" pitchFamily="2" charset="0"/>
                <a:ea typeface="Roboto Condensed Light" panose="02000000000000000000" pitchFamily="2" charset="0"/>
              </a:rPr>
              <a:t>Unit-1 | Part - I</a:t>
            </a:r>
            <a:r>
              <a:rPr lang="en-US" sz="4800" b="0" dirty="0">
                <a:latin typeface="Roboto Condensed Light" panose="02000000000000000000" pitchFamily="2" charset="0"/>
                <a:ea typeface="Roboto Condensed Light" panose="02000000000000000000" pitchFamily="2" charset="0"/>
              </a:rPr>
              <a:t>I</a:t>
            </a:r>
            <a:br>
              <a:rPr lang="en-US" dirty="0"/>
            </a:br>
            <a:r>
              <a:rPr lang="en-US" dirty="0">
                <a:effectLst/>
              </a:rPr>
              <a:t>Introduction to .NET </a:t>
            </a:r>
            <a:br>
              <a:rPr lang="en-US" dirty="0">
                <a:effectLst/>
              </a:rPr>
            </a:br>
            <a:r>
              <a:rPr lang="en-US" dirty="0">
                <a:effectLst/>
              </a:rPr>
              <a:t>Web API</a:t>
            </a:r>
          </a:p>
        </p:txBody>
      </p:sp>
      <p:sp>
        <p:nvSpPr>
          <p:cNvPr id="10" name="Text Placeholder 9">
            <a:extLst>
              <a:ext uri="{FF2B5EF4-FFF2-40B4-BE49-F238E27FC236}">
                <a16:creationId xmlns:a16="http://schemas.microsoft.com/office/drawing/2014/main" id="{4F27F027-AAC9-4C88-B3AF-3C4A20BDDDA6}"/>
              </a:ext>
            </a:extLst>
          </p:cNvPr>
          <p:cNvSpPr>
            <a:spLocks noGrp="1"/>
          </p:cNvSpPr>
          <p:nvPr>
            <p:ph type="body" sz="quarter" idx="11"/>
          </p:nvPr>
        </p:nvSpPr>
        <p:spPr/>
        <p:txBody>
          <a:bodyPr/>
          <a:lstStyle/>
          <a:p>
            <a:r>
              <a:rPr lang="en-US" dirty="0"/>
              <a:t>Naimish.vadodariya@darshan.ac.in</a:t>
            </a:r>
          </a:p>
        </p:txBody>
      </p:sp>
      <p:sp>
        <p:nvSpPr>
          <p:cNvPr id="11" name="Text Placeholder 10">
            <a:extLst>
              <a:ext uri="{FF2B5EF4-FFF2-40B4-BE49-F238E27FC236}">
                <a16:creationId xmlns:a16="http://schemas.microsoft.com/office/drawing/2014/main" id="{59B646FF-BD32-4C5A-94AF-AC4347EADA2E}"/>
              </a:ext>
            </a:extLst>
          </p:cNvPr>
          <p:cNvSpPr>
            <a:spLocks noGrp="1"/>
          </p:cNvSpPr>
          <p:nvPr>
            <p:ph type="body" sz="quarter" idx="12"/>
          </p:nvPr>
        </p:nvSpPr>
        <p:spPr/>
        <p:txBody>
          <a:bodyPr/>
          <a:lstStyle/>
          <a:p>
            <a:r>
              <a:rPr lang="en-US" dirty="0"/>
              <a:t>8866215253</a:t>
            </a:r>
          </a:p>
        </p:txBody>
      </p:sp>
      <p:sp>
        <p:nvSpPr>
          <p:cNvPr id="12" name="Text Placeholder 11">
            <a:extLst>
              <a:ext uri="{FF2B5EF4-FFF2-40B4-BE49-F238E27FC236}">
                <a16:creationId xmlns:a16="http://schemas.microsoft.com/office/drawing/2014/main" id="{915CF252-06A8-43C0-BB69-DA7109EA62D1}"/>
              </a:ext>
            </a:extLst>
          </p:cNvPr>
          <p:cNvSpPr>
            <a:spLocks noGrp="1"/>
          </p:cNvSpPr>
          <p:nvPr>
            <p:ph type="body" sz="quarter" idx="13"/>
          </p:nvPr>
        </p:nvSpPr>
        <p:spPr>
          <a:xfrm>
            <a:off x="1837678" y="5537768"/>
            <a:ext cx="3840480" cy="290081"/>
          </a:xfrm>
        </p:spPr>
        <p:txBody>
          <a:bodyPr/>
          <a:lstStyle/>
          <a:p>
            <a:r>
              <a:rPr lang="en-US" dirty="0"/>
              <a:t>Computer Science &amp; Engineering Department</a:t>
            </a:r>
          </a:p>
        </p:txBody>
      </p:sp>
      <p:sp>
        <p:nvSpPr>
          <p:cNvPr id="13" name="Text Placeholder 12">
            <a:extLst>
              <a:ext uri="{FF2B5EF4-FFF2-40B4-BE49-F238E27FC236}">
                <a16:creationId xmlns:a16="http://schemas.microsoft.com/office/drawing/2014/main" id="{89F5B5F8-350F-4941-B9DE-36BF8B014803}"/>
              </a:ext>
            </a:extLst>
          </p:cNvPr>
          <p:cNvSpPr>
            <a:spLocks noGrp="1"/>
          </p:cNvSpPr>
          <p:nvPr>
            <p:ph type="body" sz="quarter" idx="14"/>
          </p:nvPr>
        </p:nvSpPr>
        <p:spPr/>
        <p:txBody>
          <a:bodyPr/>
          <a:lstStyle/>
          <a:p>
            <a:r>
              <a:rPr lang="en-US" dirty="0"/>
              <a:t>Prof. Naimish R. Vadodariya</a:t>
            </a:r>
          </a:p>
        </p:txBody>
      </p:sp>
      <p:sp>
        <p:nvSpPr>
          <p:cNvPr id="14" name="Text Placeholder 13">
            <a:extLst>
              <a:ext uri="{FF2B5EF4-FFF2-40B4-BE49-F238E27FC236}">
                <a16:creationId xmlns:a16="http://schemas.microsoft.com/office/drawing/2014/main" id="{E2AD8B6E-51EA-4A15-8752-4F221E5E02C5}"/>
              </a:ext>
            </a:extLst>
          </p:cNvPr>
          <p:cNvSpPr>
            <a:spLocks noGrp="1"/>
          </p:cNvSpPr>
          <p:nvPr>
            <p:ph type="body" sz="quarter" idx="16"/>
          </p:nvPr>
        </p:nvSpPr>
        <p:spPr>
          <a:xfrm>
            <a:off x="2576110" y="81450"/>
            <a:ext cx="4925355" cy="734653"/>
          </a:xfrm>
        </p:spPr>
        <p:txBody>
          <a:bodyPr/>
          <a:lstStyle/>
          <a:p>
            <a:r>
              <a:rPr lang="en-US" b="1" dirty="0"/>
              <a:t>Building RESTful APIs with </a:t>
            </a:r>
          </a:p>
          <a:p>
            <a:r>
              <a:rPr lang="en-US" b="1" dirty="0"/>
              <a:t>ASP.NET Core</a:t>
            </a:r>
          </a:p>
          <a:p>
            <a:r>
              <a:rPr lang="en-US" dirty="0"/>
              <a:t>#2401CS521</a:t>
            </a:r>
          </a:p>
        </p:txBody>
      </p:sp>
      <p:pic>
        <p:nvPicPr>
          <p:cNvPr id="2" name="Picture Placeholder 1"/>
          <p:cNvPicPr>
            <a:picLocks noGrp="1" noChangeAspect="1"/>
          </p:cNvPicPr>
          <p:nvPr>
            <p:ph type="pic" sz="quarter" idx="10"/>
          </p:nvPr>
        </p:nvPicPr>
        <p:blipFill>
          <a:blip r:embed="rId2" cstate="print">
            <a:extLst>
              <a:ext uri="{28A0092B-C50C-407E-A947-70E740481C1C}">
                <a14:useLocalDpi xmlns:a14="http://schemas.microsoft.com/office/drawing/2010/main" val="0"/>
              </a:ext>
            </a:extLst>
          </a:blip>
          <a:srcRect/>
          <a:stretch/>
        </p:blipFill>
        <p:spPr>
          <a:xfrm>
            <a:off x="353569" y="5211251"/>
            <a:ext cx="1353599" cy="1353599"/>
          </a:xfrm>
        </p:spPr>
      </p:pic>
    </p:spTree>
    <p:extLst>
      <p:ext uri="{BB962C8B-B14F-4D97-AF65-F5344CB8AC3E}">
        <p14:creationId xmlns:p14="http://schemas.microsoft.com/office/powerpoint/2010/main" val="16008347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A925EF2-D58F-4AC0-ACED-F747CC08D69F}"/>
              </a:ext>
            </a:extLst>
          </p:cNvPr>
          <p:cNvCxnSpPr>
            <a:cxnSpLocks/>
          </p:cNvCxnSpPr>
          <p:nvPr/>
        </p:nvCxnSpPr>
        <p:spPr>
          <a:xfrm>
            <a:off x="1191446" y="5063613"/>
            <a:ext cx="0" cy="179438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397907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2" y="731706"/>
            <a:ext cx="6126480" cy="3739485"/>
          </a:xfrm>
          <a:prstGeom prst="rect">
            <a:avLst/>
          </a:prstGeom>
          <a:noFill/>
        </p:spPr>
        <p:txBody>
          <a:bodyPr wrap="square" rtlCol="0">
            <a:spAutoFit/>
          </a:bodyPr>
          <a:lstStyle/>
          <a:p>
            <a:r>
              <a:rPr lang="en-US" sz="2400" b="1" dirty="0"/>
              <a:t>Outline</a:t>
            </a:r>
          </a:p>
          <a:p>
            <a:pPr marL="742950" lvl="1" indent="-285750">
              <a:lnSpc>
                <a:spcPct val="150000"/>
              </a:lnSpc>
              <a:buFont typeface="Arial" panose="020B0604020202020204" pitchFamily="34" charset="0"/>
              <a:buChar char="•"/>
            </a:pPr>
            <a:r>
              <a:rPr lang="en-US" dirty="0">
                <a:solidFill>
                  <a:schemeClr val="bg1">
                    <a:lumMod val="50000"/>
                  </a:schemeClr>
                </a:solidFill>
              </a:rPr>
              <a:t>What is Web API?</a:t>
            </a:r>
          </a:p>
          <a:p>
            <a:pPr marL="742950" lvl="1" indent="-285750">
              <a:lnSpc>
                <a:spcPct val="150000"/>
              </a:lnSpc>
              <a:buFont typeface="Arial" panose="020B0604020202020204" pitchFamily="34" charset="0"/>
              <a:buChar char="•"/>
            </a:pPr>
            <a:r>
              <a:rPr lang="en-US" dirty="0">
                <a:solidFill>
                  <a:schemeClr val="bg1">
                    <a:lumMod val="50000"/>
                  </a:schemeClr>
                </a:solidFill>
              </a:rPr>
              <a:t>Understanding HTTP Protocol </a:t>
            </a:r>
          </a:p>
          <a:p>
            <a:pPr marL="1200150" lvl="2" indent="-285750">
              <a:lnSpc>
                <a:spcPct val="150000"/>
              </a:lnSpc>
              <a:buFont typeface="Arial" panose="020B0604020202020204" pitchFamily="34" charset="0"/>
              <a:buChar char="•"/>
            </a:pPr>
            <a:r>
              <a:rPr lang="en-US" dirty="0">
                <a:solidFill>
                  <a:schemeClr val="bg1">
                    <a:lumMod val="50000"/>
                  </a:schemeClr>
                </a:solidFill>
              </a:rPr>
              <a:t>HTTP Request and Response Components </a:t>
            </a:r>
          </a:p>
          <a:p>
            <a:pPr marL="1200150" lvl="2" indent="-285750">
              <a:lnSpc>
                <a:spcPct val="150000"/>
              </a:lnSpc>
              <a:buFont typeface="Arial" panose="020B0604020202020204" pitchFamily="34" charset="0"/>
              <a:buChar char="•"/>
            </a:pPr>
            <a:r>
              <a:rPr lang="en-US" dirty="0">
                <a:solidFill>
                  <a:schemeClr val="bg1">
                    <a:lumMod val="50000"/>
                  </a:schemeClr>
                </a:solidFill>
              </a:rPr>
              <a:t>HTTP Methods/Verbs</a:t>
            </a:r>
          </a:p>
          <a:p>
            <a:pPr marL="1200150" lvl="2" indent="-285750">
              <a:lnSpc>
                <a:spcPct val="150000"/>
              </a:lnSpc>
              <a:buFont typeface="Arial" panose="020B0604020202020204" pitchFamily="34" charset="0"/>
              <a:buChar char="•"/>
            </a:pPr>
            <a:r>
              <a:rPr lang="en-US" dirty="0">
                <a:solidFill>
                  <a:schemeClr val="bg1">
                    <a:lumMod val="50000"/>
                  </a:schemeClr>
                </a:solidFill>
              </a:rPr>
              <a:t>HTTP Status Codes</a:t>
            </a:r>
          </a:p>
          <a:p>
            <a:pPr marL="742950" lvl="1" indent="-285750">
              <a:lnSpc>
                <a:spcPct val="150000"/>
              </a:lnSpc>
              <a:buFont typeface="Arial" panose="020B0604020202020204" pitchFamily="34" charset="0"/>
              <a:buChar char="•"/>
            </a:pPr>
            <a:r>
              <a:rPr lang="en-US" dirty="0">
                <a:solidFill>
                  <a:schemeClr val="bg1">
                    <a:lumMod val="50000"/>
                  </a:schemeClr>
                </a:solidFill>
              </a:rPr>
              <a:t>Problems Without Web APIs</a:t>
            </a:r>
          </a:p>
          <a:p>
            <a:pPr marL="742950" lvl="1" indent="-285750">
              <a:lnSpc>
                <a:spcPct val="150000"/>
              </a:lnSpc>
              <a:buFont typeface="Arial" panose="020B0604020202020204" pitchFamily="34" charset="0"/>
              <a:buChar char="•"/>
            </a:pPr>
            <a:r>
              <a:rPr lang="en-US" dirty="0">
                <a:solidFill>
                  <a:schemeClr val="bg1">
                    <a:lumMod val="50000"/>
                  </a:schemeClr>
                </a:solidFill>
              </a:rPr>
              <a:t>Key Characteristics of Web APIs</a:t>
            </a:r>
          </a:p>
          <a:p>
            <a:pPr marL="742950" lvl="1" indent="-285750">
              <a:lnSpc>
                <a:spcPct val="150000"/>
              </a:lnSpc>
              <a:buFont typeface="Arial" panose="020B0604020202020204" pitchFamily="34" charset="0"/>
              <a:buChar char="•"/>
            </a:pPr>
            <a:r>
              <a:rPr lang="en-US" dirty="0">
                <a:solidFill>
                  <a:schemeClr val="bg1">
                    <a:lumMod val="50000"/>
                  </a:schemeClr>
                </a:solidFill>
              </a:rPr>
              <a:t>JSON (JavaScript Object Notation)</a:t>
            </a:r>
          </a:p>
        </p:txBody>
      </p:sp>
    </p:spTree>
    <p:extLst>
      <p:ext uri="{BB962C8B-B14F-4D97-AF65-F5344CB8AC3E}">
        <p14:creationId xmlns:p14="http://schemas.microsoft.com/office/powerpoint/2010/main" val="253436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gradFill flip="none" rotWithShape="1">
                  <a:gsLst>
                    <a:gs pos="10000">
                      <a:schemeClr val="accent6">
                        <a:lumMod val="50000"/>
                      </a:schemeClr>
                    </a:gs>
                    <a:gs pos="100000">
                      <a:schemeClr val="accent6"/>
                    </a:gs>
                  </a:gsLst>
                  <a:lin ang="0" scaled="1"/>
                  <a:tileRect/>
                </a:gradFill>
              </a:rPr>
              <a:t>What is API? </a:t>
            </a:r>
            <a:br>
              <a:rPr lang="en-US" dirty="0">
                <a:gradFill flip="none" rotWithShape="1">
                  <a:gsLst>
                    <a:gs pos="10000">
                      <a:schemeClr val="accent6">
                        <a:lumMod val="50000"/>
                      </a:schemeClr>
                    </a:gs>
                    <a:gs pos="100000">
                      <a:schemeClr val="accent6"/>
                    </a:gs>
                  </a:gsLst>
                  <a:lin ang="0" scaled="1"/>
                  <a:tileRect/>
                </a:gradFill>
              </a:rPr>
            </a:br>
            <a:r>
              <a:rPr lang="en-US" sz="2800" dirty="0">
                <a:gradFill flip="none" rotWithShape="1">
                  <a:gsLst>
                    <a:gs pos="10000">
                      <a:schemeClr val="accent6">
                        <a:lumMod val="50000"/>
                      </a:schemeClr>
                    </a:gs>
                    <a:gs pos="100000">
                      <a:schemeClr val="accent6"/>
                    </a:gs>
                  </a:gsLst>
                  <a:lin ang="0" scaled="1"/>
                  <a:tileRect/>
                </a:gradFill>
              </a:rPr>
              <a:t>(Application Programming Interface)</a:t>
            </a:r>
            <a:endParaRPr lang="en-US" dirty="0">
              <a:gradFill flip="none" rotWithShape="1">
                <a:gsLst>
                  <a:gs pos="10000">
                    <a:schemeClr val="accent6">
                      <a:lumMod val="50000"/>
                    </a:schemeClr>
                  </a:gs>
                  <a:gs pos="100000">
                    <a:schemeClr val="accent6"/>
                  </a:gs>
                </a:gsLst>
                <a:lin ang="0" scaled="1"/>
                <a:tileRect/>
              </a:gradFill>
            </a:endParaRPr>
          </a:p>
        </p:txBody>
      </p:sp>
      <p:sp>
        <p:nvSpPr>
          <p:cNvPr id="5" name="Text Placeholder 4"/>
          <p:cNvSpPr>
            <a:spLocks noGrp="1"/>
          </p:cNvSpPr>
          <p:nvPr>
            <p:ph type="body" idx="1"/>
          </p:nvPr>
        </p:nvSpPr>
        <p:spPr/>
        <p:txBody>
          <a:bodyPr/>
          <a:lstStyle/>
          <a:p>
            <a:r>
              <a:rPr lang="en-US" dirty="0"/>
              <a:t>Section - 1</a:t>
            </a:r>
          </a:p>
        </p:txBody>
      </p:sp>
    </p:spTree>
    <p:extLst>
      <p:ext uri="{BB962C8B-B14F-4D97-AF65-F5344CB8AC3E}">
        <p14:creationId xmlns:p14="http://schemas.microsoft.com/office/powerpoint/2010/main" val="1048212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820AD86-637F-ADAA-4EAE-2E8596DD3D09}"/>
              </a:ext>
            </a:extLst>
          </p:cNvPr>
          <p:cNvSpPr>
            <a:spLocks noGrp="1"/>
          </p:cNvSpPr>
          <p:nvPr>
            <p:ph idx="1"/>
          </p:nvPr>
        </p:nvSpPr>
        <p:spPr/>
        <p:txBody>
          <a:bodyPr/>
          <a:lstStyle/>
          <a:p>
            <a:r>
              <a:rPr lang="en-IN" dirty="0"/>
              <a:t>A </a:t>
            </a:r>
            <a:r>
              <a:rPr lang="en-IN" b="1" dirty="0"/>
              <a:t>Web API (Application Programming Interface)</a:t>
            </a:r>
            <a:r>
              <a:rPr lang="en-IN" dirty="0"/>
              <a:t> is a </a:t>
            </a:r>
            <a:r>
              <a:rPr lang="en-IN" b="1" dirty="0"/>
              <a:t>software interface </a:t>
            </a:r>
            <a:r>
              <a:rPr lang="en-IN" dirty="0"/>
              <a:t>that allows one application </a:t>
            </a:r>
            <a:r>
              <a:rPr lang="en-IN" b="1" dirty="0"/>
              <a:t>to communicate with another </a:t>
            </a:r>
            <a:r>
              <a:rPr lang="en-IN" dirty="0"/>
              <a:t>over the internet </a:t>
            </a:r>
            <a:r>
              <a:rPr lang="en-IN" b="1" dirty="0"/>
              <a:t>using HTTP</a:t>
            </a:r>
            <a:r>
              <a:rPr lang="en-IN" dirty="0"/>
              <a:t>.</a:t>
            </a:r>
          </a:p>
          <a:p>
            <a:r>
              <a:rPr lang="en-IN" dirty="0"/>
              <a:t>Simply, </a:t>
            </a:r>
            <a:r>
              <a:rPr lang="en-IN" b="1" dirty="0"/>
              <a:t>A Web API is a messenger between Client and Server.</a:t>
            </a:r>
          </a:p>
          <a:p>
            <a:endParaRPr lang="en-IN" b="1" dirty="0"/>
          </a:p>
        </p:txBody>
      </p:sp>
      <p:sp>
        <p:nvSpPr>
          <p:cNvPr id="3" name="Title 2">
            <a:extLst>
              <a:ext uri="{FF2B5EF4-FFF2-40B4-BE49-F238E27FC236}">
                <a16:creationId xmlns:a16="http://schemas.microsoft.com/office/drawing/2014/main" id="{534DC56D-8C60-A337-B90B-B50207414D96}"/>
              </a:ext>
            </a:extLst>
          </p:cNvPr>
          <p:cNvSpPr>
            <a:spLocks noGrp="1"/>
          </p:cNvSpPr>
          <p:nvPr>
            <p:ph type="title"/>
          </p:nvPr>
        </p:nvSpPr>
        <p:spPr/>
        <p:txBody>
          <a:bodyPr/>
          <a:lstStyle/>
          <a:p>
            <a:r>
              <a:rPr lang="en-US" dirty="0"/>
              <a:t>What is Web API?</a:t>
            </a:r>
            <a:endParaRPr lang="en-IN" dirty="0"/>
          </a:p>
        </p:txBody>
      </p:sp>
      <p:pic>
        <p:nvPicPr>
          <p:cNvPr id="5" name="Picture 4">
            <a:extLst>
              <a:ext uri="{FF2B5EF4-FFF2-40B4-BE49-F238E27FC236}">
                <a16:creationId xmlns:a16="http://schemas.microsoft.com/office/drawing/2014/main" id="{F8905074-CD66-3500-C136-7CEAC037C4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179" y="2155418"/>
            <a:ext cx="6180668" cy="4120445"/>
          </a:xfrm>
          <a:prstGeom prst="rect">
            <a:avLst/>
          </a:prstGeom>
        </p:spPr>
      </p:pic>
      <p:sp>
        <p:nvSpPr>
          <p:cNvPr id="6" name="Rectangle 5">
            <a:extLst>
              <a:ext uri="{FF2B5EF4-FFF2-40B4-BE49-F238E27FC236}">
                <a16:creationId xmlns:a16="http://schemas.microsoft.com/office/drawing/2014/main" id="{1AD30C55-791F-4468-A478-7CA383F63B11}"/>
              </a:ext>
            </a:extLst>
          </p:cNvPr>
          <p:cNvSpPr/>
          <p:nvPr/>
        </p:nvSpPr>
        <p:spPr>
          <a:xfrm>
            <a:off x="4759026" y="2393244"/>
            <a:ext cx="1461911" cy="1490133"/>
          </a:xfrm>
          <a:prstGeom prst="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8" name="Rectangle 7">
            <a:extLst>
              <a:ext uri="{FF2B5EF4-FFF2-40B4-BE49-F238E27FC236}">
                <a16:creationId xmlns:a16="http://schemas.microsoft.com/office/drawing/2014/main" id="{925A99B4-AA39-8ACA-55A8-67A52313EACD}"/>
              </a:ext>
            </a:extLst>
          </p:cNvPr>
          <p:cNvSpPr/>
          <p:nvPr/>
        </p:nvSpPr>
        <p:spPr>
          <a:xfrm>
            <a:off x="2590801" y="2534355"/>
            <a:ext cx="869244" cy="1095022"/>
          </a:xfrm>
          <a:prstGeom prst="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9" name="TextBox 8">
            <a:extLst>
              <a:ext uri="{FF2B5EF4-FFF2-40B4-BE49-F238E27FC236}">
                <a16:creationId xmlns:a16="http://schemas.microsoft.com/office/drawing/2014/main" id="{CAE9CC89-DF30-6005-5EE2-48DA8169B47B}"/>
              </a:ext>
            </a:extLst>
          </p:cNvPr>
          <p:cNvSpPr txBox="1"/>
          <p:nvPr/>
        </p:nvSpPr>
        <p:spPr>
          <a:xfrm>
            <a:off x="2649361" y="3629377"/>
            <a:ext cx="829733" cy="369332"/>
          </a:xfrm>
          <a:prstGeom prst="rect">
            <a:avLst/>
          </a:prstGeom>
          <a:noFill/>
        </p:spPr>
        <p:txBody>
          <a:bodyPr wrap="square" rtlCol="0">
            <a:spAutoFit/>
          </a:bodyPr>
          <a:lstStyle/>
          <a:p>
            <a:r>
              <a:rPr lang="en-US" dirty="0">
                <a:solidFill>
                  <a:schemeClr val="accent6"/>
                </a:solidFill>
              </a:rPr>
              <a:t>Client</a:t>
            </a:r>
            <a:endParaRPr lang="en-IN" dirty="0">
              <a:solidFill>
                <a:schemeClr val="accent6"/>
              </a:solidFill>
            </a:endParaRPr>
          </a:p>
        </p:txBody>
      </p:sp>
      <p:sp>
        <p:nvSpPr>
          <p:cNvPr id="11" name="Rectangle 10">
            <a:extLst>
              <a:ext uri="{FF2B5EF4-FFF2-40B4-BE49-F238E27FC236}">
                <a16:creationId xmlns:a16="http://schemas.microsoft.com/office/drawing/2014/main" id="{8AEA2E23-640F-2F0F-0008-945584CD2880}"/>
              </a:ext>
            </a:extLst>
          </p:cNvPr>
          <p:cNvSpPr/>
          <p:nvPr/>
        </p:nvSpPr>
        <p:spPr>
          <a:xfrm>
            <a:off x="2590801" y="4724399"/>
            <a:ext cx="869244" cy="1095022"/>
          </a:xfrm>
          <a:prstGeom prst="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13" name="TextBox 12">
            <a:extLst>
              <a:ext uri="{FF2B5EF4-FFF2-40B4-BE49-F238E27FC236}">
                <a16:creationId xmlns:a16="http://schemas.microsoft.com/office/drawing/2014/main" id="{A7F8BA8F-238E-AEC9-B332-C9E22847102D}"/>
              </a:ext>
            </a:extLst>
          </p:cNvPr>
          <p:cNvSpPr txBox="1"/>
          <p:nvPr/>
        </p:nvSpPr>
        <p:spPr>
          <a:xfrm>
            <a:off x="2649361" y="5819421"/>
            <a:ext cx="829733" cy="369332"/>
          </a:xfrm>
          <a:prstGeom prst="rect">
            <a:avLst/>
          </a:prstGeom>
          <a:noFill/>
        </p:spPr>
        <p:txBody>
          <a:bodyPr wrap="square" rtlCol="0">
            <a:spAutoFit/>
          </a:bodyPr>
          <a:lstStyle/>
          <a:p>
            <a:r>
              <a:rPr lang="en-US" dirty="0">
                <a:solidFill>
                  <a:schemeClr val="accent6"/>
                </a:solidFill>
              </a:rPr>
              <a:t>Client</a:t>
            </a:r>
            <a:endParaRPr lang="en-IN" dirty="0">
              <a:solidFill>
                <a:schemeClr val="accent6"/>
              </a:solidFill>
            </a:endParaRPr>
          </a:p>
        </p:txBody>
      </p:sp>
      <p:sp>
        <p:nvSpPr>
          <p:cNvPr id="15" name="TextBox 14">
            <a:extLst>
              <a:ext uri="{FF2B5EF4-FFF2-40B4-BE49-F238E27FC236}">
                <a16:creationId xmlns:a16="http://schemas.microsoft.com/office/drawing/2014/main" id="{93C2C1ED-FA8F-D984-0E80-DA78A1507E75}"/>
              </a:ext>
            </a:extLst>
          </p:cNvPr>
          <p:cNvSpPr txBox="1"/>
          <p:nvPr/>
        </p:nvSpPr>
        <p:spPr>
          <a:xfrm>
            <a:off x="5008739" y="2023912"/>
            <a:ext cx="1160639" cy="369332"/>
          </a:xfrm>
          <a:prstGeom prst="rect">
            <a:avLst/>
          </a:prstGeom>
          <a:noFill/>
        </p:spPr>
        <p:txBody>
          <a:bodyPr wrap="square" rtlCol="0">
            <a:spAutoFit/>
          </a:bodyPr>
          <a:lstStyle/>
          <a:p>
            <a:r>
              <a:rPr lang="en-US" dirty="0">
                <a:solidFill>
                  <a:schemeClr val="accent6"/>
                </a:solidFill>
              </a:rPr>
              <a:t>Web API</a:t>
            </a:r>
            <a:endParaRPr lang="en-IN" dirty="0">
              <a:solidFill>
                <a:schemeClr val="accent6"/>
              </a:solidFill>
            </a:endParaRPr>
          </a:p>
        </p:txBody>
      </p:sp>
      <p:sp>
        <p:nvSpPr>
          <p:cNvPr id="17" name="Speech Bubble: Oval 16">
            <a:extLst>
              <a:ext uri="{FF2B5EF4-FFF2-40B4-BE49-F238E27FC236}">
                <a16:creationId xmlns:a16="http://schemas.microsoft.com/office/drawing/2014/main" id="{7A09EAB5-332C-37BA-138D-708D993C008B}"/>
              </a:ext>
            </a:extLst>
          </p:cNvPr>
          <p:cNvSpPr/>
          <p:nvPr/>
        </p:nvSpPr>
        <p:spPr>
          <a:xfrm>
            <a:off x="7657891" y="2712670"/>
            <a:ext cx="3056885" cy="2341413"/>
          </a:xfrm>
          <a:prstGeom prst="wedgeEllipseCallou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Here Client can be </a:t>
            </a:r>
            <a:r>
              <a:rPr lang="en-US" b="1" dirty="0">
                <a:solidFill>
                  <a:schemeClr val="tx1"/>
                </a:solidFill>
              </a:rPr>
              <a:t>Mobile Apps, Web Browsers, Smart Devices, Postman, Scalar</a:t>
            </a:r>
            <a:r>
              <a:rPr lang="en-US" dirty="0">
                <a:solidFill>
                  <a:schemeClr val="tx1"/>
                </a:solidFill>
              </a:rPr>
              <a:t>. </a:t>
            </a:r>
            <a:r>
              <a:rPr lang="en-US" sz="1600" i="1" dirty="0">
                <a:solidFill>
                  <a:schemeClr val="tx1"/>
                </a:solidFill>
              </a:rPr>
              <a:t>(For Request &amp; Response Handling)</a:t>
            </a:r>
            <a:endParaRPr lang="en-IN" i="1" dirty="0">
              <a:solidFill>
                <a:schemeClr val="tx1"/>
              </a:solidFill>
            </a:endParaRPr>
          </a:p>
        </p:txBody>
      </p:sp>
      <p:pic>
        <p:nvPicPr>
          <p:cNvPr id="18" name="Picture 17">
            <a:extLst>
              <a:ext uri="{FF2B5EF4-FFF2-40B4-BE49-F238E27FC236}">
                <a16:creationId xmlns:a16="http://schemas.microsoft.com/office/drawing/2014/main" id="{CF8AE396-2F8B-C0F3-4954-D8B1C8FC386E}"/>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20000" contrast="-40000"/>
                    </a14:imgEffect>
                  </a14:imgLayer>
                </a14:imgProps>
              </a:ext>
            </a:extLst>
          </a:blip>
          <a:stretch>
            <a:fillRect/>
          </a:stretch>
        </p:blipFill>
        <p:spPr>
          <a:xfrm>
            <a:off x="11458222" y="-539"/>
            <a:ext cx="733779" cy="711200"/>
          </a:xfrm>
          <a:prstGeom prst="rect">
            <a:avLst/>
          </a:prstGeom>
        </p:spPr>
      </p:pic>
    </p:spTree>
    <p:extLst>
      <p:ext uri="{BB962C8B-B14F-4D97-AF65-F5344CB8AC3E}">
        <p14:creationId xmlns:p14="http://schemas.microsoft.com/office/powerpoint/2010/main" val="1851453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p:bldP spid="11" grpId="0" animBg="1"/>
      <p:bldP spid="13" grpId="0"/>
      <p:bldP spid="15" grpId="0"/>
      <p:bldP spid="1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1BE0272-9E74-C1DF-1F14-94F0C996EB44}"/>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1538" r="2905"/>
          <a:stretch>
            <a:fillRect/>
          </a:stretch>
        </p:blipFill>
        <p:spPr>
          <a:xfrm>
            <a:off x="428979" y="869244"/>
            <a:ext cx="3002842" cy="5264607"/>
          </a:xfrm>
          <a:prstGeom prst="rect">
            <a:avLst/>
          </a:prstGeom>
        </p:spPr>
      </p:pic>
      <p:sp>
        <p:nvSpPr>
          <p:cNvPr id="3" name="Title 2">
            <a:extLst>
              <a:ext uri="{FF2B5EF4-FFF2-40B4-BE49-F238E27FC236}">
                <a16:creationId xmlns:a16="http://schemas.microsoft.com/office/drawing/2014/main" id="{E4B6BA8B-D823-6762-204C-52517673BFBC}"/>
              </a:ext>
            </a:extLst>
          </p:cNvPr>
          <p:cNvSpPr>
            <a:spLocks noGrp="1"/>
          </p:cNvSpPr>
          <p:nvPr>
            <p:ph type="title"/>
          </p:nvPr>
        </p:nvSpPr>
        <p:spPr/>
        <p:txBody>
          <a:bodyPr/>
          <a:lstStyle/>
          <a:p>
            <a:r>
              <a:rPr lang="en-US" dirty="0"/>
              <a:t>Web API Examples</a:t>
            </a:r>
            <a:endParaRPr lang="en-IN" dirty="0"/>
          </a:p>
        </p:txBody>
      </p:sp>
      <p:pic>
        <p:nvPicPr>
          <p:cNvPr id="7" name="Picture 6">
            <a:extLst>
              <a:ext uri="{FF2B5EF4-FFF2-40B4-BE49-F238E27FC236}">
                <a16:creationId xmlns:a16="http://schemas.microsoft.com/office/drawing/2014/main" id="{8BFA0815-F14F-7573-1C95-68485CF4DE7C}"/>
              </a:ext>
            </a:extLst>
          </p:cNvPr>
          <p:cNvPicPr>
            <a:picLocks noChangeAspect="1"/>
          </p:cNvPicPr>
          <p:nvPr/>
        </p:nvPicPr>
        <p:blipFill>
          <a:blip r:embed="rId3">
            <a:extLst>
              <a:ext uri="{28A0092B-C50C-407E-A947-70E740481C1C}">
                <a14:useLocalDpi xmlns:a14="http://schemas.microsoft.com/office/drawing/2010/main" val="0"/>
              </a:ext>
            </a:extLst>
          </a:blip>
          <a:srcRect b="6756"/>
          <a:stretch>
            <a:fillRect/>
          </a:stretch>
        </p:blipFill>
        <p:spPr>
          <a:xfrm>
            <a:off x="3996273" y="869244"/>
            <a:ext cx="3719689" cy="5202587"/>
          </a:xfrm>
          <a:prstGeom prst="rect">
            <a:avLst/>
          </a:prstGeom>
        </p:spPr>
      </p:pic>
      <p:cxnSp>
        <p:nvCxnSpPr>
          <p:cNvPr id="9" name="Straight Connector 8">
            <a:extLst>
              <a:ext uri="{FF2B5EF4-FFF2-40B4-BE49-F238E27FC236}">
                <a16:creationId xmlns:a16="http://schemas.microsoft.com/office/drawing/2014/main" id="{A1E39217-598A-9129-8D8A-01BA47482B27}"/>
              </a:ext>
            </a:extLst>
          </p:cNvPr>
          <p:cNvCxnSpPr>
            <a:cxnSpLocks/>
          </p:cNvCxnSpPr>
          <p:nvPr/>
        </p:nvCxnSpPr>
        <p:spPr>
          <a:xfrm>
            <a:off x="3623727" y="852312"/>
            <a:ext cx="0" cy="52025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580022B7-A96D-E069-5B99-2A010241FEA9}"/>
              </a:ext>
            </a:extLst>
          </p:cNvPr>
          <p:cNvPicPr>
            <a:picLocks noChangeAspect="1"/>
          </p:cNvPicPr>
          <p:nvPr/>
        </p:nvPicPr>
        <p:blipFill>
          <a:blip r:embed="rId4">
            <a:extLst>
              <a:ext uri="{28A0092B-C50C-407E-A947-70E740481C1C}">
                <a14:useLocalDpi xmlns:a14="http://schemas.microsoft.com/office/drawing/2010/main" val="0"/>
              </a:ext>
            </a:extLst>
          </a:blip>
          <a:srcRect b="7464"/>
          <a:stretch>
            <a:fillRect/>
          </a:stretch>
        </p:blipFill>
        <p:spPr>
          <a:xfrm>
            <a:off x="8325555" y="807155"/>
            <a:ext cx="3719689" cy="5163076"/>
          </a:xfrm>
          <a:prstGeom prst="rect">
            <a:avLst/>
          </a:prstGeom>
        </p:spPr>
      </p:pic>
      <p:cxnSp>
        <p:nvCxnSpPr>
          <p:cNvPr id="15" name="Straight Connector 14">
            <a:extLst>
              <a:ext uri="{FF2B5EF4-FFF2-40B4-BE49-F238E27FC236}">
                <a16:creationId xmlns:a16="http://schemas.microsoft.com/office/drawing/2014/main" id="{E918D203-DB74-8230-A146-9E9A0E9B6955}"/>
              </a:ext>
            </a:extLst>
          </p:cNvPr>
          <p:cNvCxnSpPr>
            <a:cxnSpLocks/>
          </p:cNvCxnSpPr>
          <p:nvPr/>
        </p:nvCxnSpPr>
        <p:spPr>
          <a:xfrm>
            <a:off x="7924800" y="874014"/>
            <a:ext cx="0" cy="519781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8282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31180" y="863444"/>
            <a:ext cx="5988370" cy="5590565"/>
          </a:xfrm>
        </p:spPr>
        <p:txBody>
          <a:bodyPr/>
          <a:lstStyle/>
          <a:p>
            <a:r>
              <a:rPr lang="en-US" dirty="0"/>
              <a:t>We aim to establish communication between all these Android, iOS &amp; web applications to the database. </a:t>
            </a:r>
          </a:p>
          <a:p>
            <a:r>
              <a:rPr lang="en-US" dirty="0"/>
              <a:t>So, what will we do? We will create a new separate project for all the platforms. </a:t>
            </a:r>
          </a:p>
          <a:p>
            <a:r>
              <a:rPr lang="en-US" dirty="0"/>
              <a:t>This individual application will interact with the database.</a:t>
            </a:r>
          </a:p>
          <a:p>
            <a:r>
              <a:rPr lang="en-US" dirty="0"/>
              <a:t>But this is totally wrong practice, </a:t>
            </a:r>
            <a:r>
              <a:rPr lang="en-US" b="1" dirty="0"/>
              <a:t>because separate coding, separate logic &amp; separate files</a:t>
            </a:r>
            <a:r>
              <a:rPr lang="en-US" dirty="0"/>
              <a:t>.</a:t>
            </a:r>
          </a:p>
          <a:p>
            <a:r>
              <a:rPr lang="en-US" dirty="0"/>
              <a:t>So, what we have to do is to create an API Project and all these applications (frontend) will connect to it.</a:t>
            </a:r>
          </a:p>
        </p:txBody>
      </p:sp>
      <p:sp>
        <p:nvSpPr>
          <p:cNvPr id="3" name="Title 2"/>
          <p:cNvSpPr>
            <a:spLocks noGrp="1"/>
          </p:cNvSpPr>
          <p:nvPr>
            <p:ph type="title"/>
          </p:nvPr>
        </p:nvSpPr>
        <p:spPr/>
        <p:txBody>
          <a:bodyPr/>
          <a:lstStyle/>
          <a:p>
            <a:r>
              <a:rPr lang="en-US" dirty="0"/>
              <a:t>Need of API</a:t>
            </a:r>
          </a:p>
        </p:txBody>
      </p:sp>
      <p:sp>
        <p:nvSpPr>
          <p:cNvPr id="6" name="TextBox 4"/>
          <p:cNvSpPr txBox="1"/>
          <p:nvPr/>
        </p:nvSpPr>
        <p:spPr>
          <a:xfrm>
            <a:off x="10823380" y="5180787"/>
            <a:ext cx="1176950"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olidFill>
                  <a:schemeClr val="tx2"/>
                </a:solidFill>
              </a:rPr>
              <a:t>Database</a:t>
            </a:r>
          </a:p>
        </p:txBody>
      </p:sp>
      <p:cxnSp>
        <p:nvCxnSpPr>
          <p:cNvPr id="21" name="Straight Arrow Connector 20"/>
          <p:cNvCxnSpPr>
            <a:cxnSpLocks/>
          </p:cNvCxnSpPr>
          <p:nvPr/>
        </p:nvCxnSpPr>
        <p:spPr>
          <a:xfrm>
            <a:off x="6962992" y="4519927"/>
            <a:ext cx="919570" cy="1199"/>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31" name="Picture 3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92832" y="3810885"/>
            <a:ext cx="1345445" cy="1345445"/>
          </a:xfrm>
          <a:prstGeom prst="rect">
            <a:avLst/>
          </a:prstGeom>
        </p:spPr>
      </p:pic>
      <p:pic>
        <p:nvPicPr>
          <p:cNvPr id="32" name="Picture 3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35861" y="5017001"/>
            <a:ext cx="403468" cy="403468"/>
          </a:xfrm>
          <a:prstGeom prst="rect">
            <a:avLst/>
          </a:prstGeom>
        </p:spPr>
      </p:pic>
      <p:pic>
        <p:nvPicPr>
          <p:cNvPr id="33" name="Picture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74267" y="3547557"/>
            <a:ext cx="526657" cy="526657"/>
          </a:xfrm>
          <a:prstGeom prst="rect">
            <a:avLst/>
          </a:prstGeom>
        </p:spPr>
      </p:pic>
      <p:pic>
        <p:nvPicPr>
          <p:cNvPr id="34" name="Picture 3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12198" y="4177694"/>
            <a:ext cx="650794" cy="650794"/>
          </a:xfrm>
          <a:prstGeom prst="rect">
            <a:avLst/>
          </a:prstGeom>
        </p:spPr>
      </p:pic>
      <p:sp>
        <p:nvSpPr>
          <p:cNvPr id="36" name="Round Diagonal Corner Rectangle 35"/>
          <p:cNvSpPr/>
          <p:nvPr/>
        </p:nvSpPr>
        <p:spPr>
          <a:xfrm>
            <a:off x="7958762" y="4094844"/>
            <a:ext cx="1638300" cy="790575"/>
          </a:xfrm>
          <a:prstGeom prst="round2DiagRect">
            <a:avLst/>
          </a:prstGeom>
          <a:solidFill>
            <a:schemeClr val="bg2">
              <a:lumMod val="95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Web API</a:t>
            </a:r>
          </a:p>
        </p:txBody>
      </p:sp>
      <p:cxnSp>
        <p:nvCxnSpPr>
          <p:cNvPr id="37" name="Straight Arrow Connector 36"/>
          <p:cNvCxnSpPr>
            <a:cxnSpLocks/>
          </p:cNvCxnSpPr>
          <p:nvPr/>
        </p:nvCxnSpPr>
        <p:spPr>
          <a:xfrm>
            <a:off x="9673262" y="4494127"/>
            <a:ext cx="919570" cy="1199"/>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cxnSpLocks/>
          </p:cNvCxnSpPr>
          <p:nvPr/>
        </p:nvCxnSpPr>
        <p:spPr>
          <a:xfrm>
            <a:off x="6967599" y="3825395"/>
            <a:ext cx="914963" cy="538899"/>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cxnSpLocks/>
          </p:cNvCxnSpPr>
          <p:nvPr/>
        </p:nvCxnSpPr>
        <p:spPr>
          <a:xfrm flipV="1">
            <a:off x="6915529" y="4706527"/>
            <a:ext cx="967033" cy="474260"/>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F9F4A961-7B44-47B1-4495-37DE1FFC57E0}"/>
              </a:ext>
            </a:extLst>
          </p:cNvPr>
          <p:cNvCxnSpPr>
            <a:cxnSpLocks/>
          </p:cNvCxnSpPr>
          <p:nvPr/>
        </p:nvCxnSpPr>
        <p:spPr>
          <a:xfrm>
            <a:off x="8036677" y="1880667"/>
            <a:ext cx="1203449" cy="6477"/>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30C8408C-10EA-6D31-706C-36D19A2519F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494843" y="1240034"/>
            <a:ext cx="1281266" cy="1281266"/>
          </a:xfrm>
          <a:prstGeom prst="rect">
            <a:avLst/>
          </a:prstGeom>
        </p:spPr>
      </p:pic>
      <p:pic>
        <p:nvPicPr>
          <p:cNvPr id="11" name="Picture 10">
            <a:extLst>
              <a:ext uri="{FF2B5EF4-FFF2-40B4-BE49-F238E27FC236}">
                <a16:creationId xmlns:a16="http://schemas.microsoft.com/office/drawing/2014/main" id="{AF3B7A98-DB1B-6109-FEDB-505AEBEDC48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64488" y="2339348"/>
            <a:ext cx="510466" cy="510466"/>
          </a:xfrm>
          <a:prstGeom prst="rect">
            <a:avLst/>
          </a:prstGeom>
        </p:spPr>
      </p:pic>
      <p:pic>
        <p:nvPicPr>
          <p:cNvPr id="12" name="Picture 11">
            <a:extLst>
              <a:ext uri="{FF2B5EF4-FFF2-40B4-BE49-F238E27FC236}">
                <a16:creationId xmlns:a16="http://schemas.microsoft.com/office/drawing/2014/main" id="{CF5E74E5-0858-F26E-C460-2E046D524F2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20851" y="896510"/>
            <a:ext cx="554103" cy="554103"/>
          </a:xfrm>
          <a:prstGeom prst="rect">
            <a:avLst/>
          </a:prstGeom>
        </p:spPr>
      </p:pic>
      <p:pic>
        <p:nvPicPr>
          <p:cNvPr id="13" name="Picture 12">
            <a:extLst>
              <a:ext uri="{FF2B5EF4-FFF2-40B4-BE49-F238E27FC236}">
                <a16:creationId xmlns:a16="http://schemas.microsoft.com/office/drawing/2014/main" id="{784C2193-FB09-1200-1453-624AD77C587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354840" y="1531631"/>
            <a:ext cx="698073" cy="698073"/>
          </a:xfrm>
          <a:prstGeom prst="rect">
            <a:avLst/>
          </a:prstGeom>
        </p:spPr>
      </p:pic>
      <p:cxnSp>
        <p:nvCxnSpPr>
          <p:cNvPr id="14" name="Straight Arrow Connector 13">
            <a:extLst>
              <a:ext uri="{FF2B5EF4-FFF2-40B4-BE49-F238E27FC236}">
                <a16:creationId xmlns:a16="http://schemas.microsoft.com/office/drawing/2014/main" id="{C18013E6-4BF3-3B31-66A5-1E2056A24DE2}"/>
              </a:ext>
            </a:extLst>
          </p:cNvPr>
          <p:cNvCxnSpPr>
            <a:cxnSpLocks/>
          </p:cNvCxnSpPr>
          <p:nvPr/>
        </p:nvCxnSpPr>
        <p:spPr>
          <a:xfrm>
            <a:off x="8036677" y="1196582"/>
            <a:ext cx="1203449" cy="290314"/>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A58B6640-1002-EA53-FB3A-7C60471563C3}"/>
              </a:ext>
            </a:extLst>
          </p:cNvPr>
          <p:cNvCxnSpPr>
            <a:cxnSpLocks/>
          </p:cNvCxnSpPr>
          <p:nvPr/>
        </p:nvCxnSpPr>
        <p:spPr>
          <a:xfrm flipV="1">
            <a:off x="8036677" y="2229704"/>
            <a:ext cx="1203449" cy="364877"/>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TextBox 4">
            <a:extLst>
              <a:ext uri="{FF2B5EF4-FFF2-40B4-BE49-F238E27FC236}">
                <a16:creationId xmlns:a16="http://schemas.microsoft.com/office/drawing/2014/main" id="{276C0264-6BD4-B835-820C-0C1230B675EB}"/>
              </a:ext>
            </a:extLst>
          </p:cNvPr>
          <p:cNvSpPr txBox="1"/>
          <p:nvPr/>
        </p:nvSpPr>
        <p:spPr>
          <a:xfrm>
            <a:off x="9668171" y="2521300"/>
            <a:ext cx="1176950"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olidFill>
                  <a:schemeClr val="tx2"/>
                </a:solidFill>
              </a:rPr>
              <a:t>Database</a:t>
            </a:r>
          </a:p>
        </p:txBody>
      </p:sp>
      <p:cxnSp>
        <p:nvCxnSpPr>
          <p:cNvPr id="30" name="Straight Connector 29">
            <a:extLst>
              <a:ext uri="{FF2B5EF4-FFF2-40B4-BE49-F238E27FC236}">
                <a16:creationId xmlns:a16="http://schemas.microsoft.com/office/drawing/2014/main" id="{A973246D-1C94-A01C-7061-CAFE07FAB74B}"/>
              </a:ext>
            </a:extLst>
          </p:cNvPr>
          <p:cNvCxnSpPr/>
          <p:nvPr/>
        </p:nvCxnSpPr>
        <p:spPr>
          <a:xfrm>
            <a:off x="6474385" y="3105509"/>
            <a:ext cx="552594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45" name="Picture 44">
            <a:extLst>
              <a:ext uri="{FF2B5EF4-FFF2-40B4-BE49-F238E27FC236}">
                <a16:creationId xmlns:a16="http://schemas.microsoft.com/office/drawing/2014/main" id="{60AAA16B-D3E6-D626-4173-E7B61FA0FC0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534162" y="3292285"/>
            <a:ext cx="526658" cy="526658"/>
          </a:xfrm>
          <a:prstGeom prst="rect">
            <a:avLst/>
          </a:prstGeom>
        </p:spPr>
      </p:pic>
      <p:pic>
        <p:nvPicPr>
          <p:cNvPr id="47" name="Picture 46">
            <a:extLst>
              <a:ext uri="{FF2B5EF4-FFF2-40B4-BE49-F238E27FC236}">
                <a16:creationId xmlns:a16="http://schemas.microsoft.com/office/drawing/2014/main" id="{AA10B3F0-AC75-01FB-F66E-562E835AD61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468941" y="814151"/>
            <a:ext cx="531389" cy="526659"/>
          </a:xfrm>
          <a:prstGeom prst="rect">
            <a:avLst/>
          </a:prstGeom>
        </p:spPr>
      </p:pic>
    </p:spTree>
    <p:extLst>
      <p:ext uri="{BB962C8B-B14F-4D97-AF65-F5344CB8AC3E}">
        <p14:creationId xmlns:p14="http://schemas.microsoft.com/office/powerpoint/2010/main" val="4116041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0"/>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1"/>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1"/>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30"/>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45"/>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6" grpId="0"/>
      <p:bldP spid="36" grpId="0" animBg="1"/>
      <p:bldP spid="2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838950" y="1244444"/>
            <a:ext cx="5238750" cy="4537231"/>
          </a:xfrm>
        </p:spPr>
        <p:txBody>
          <a:bodyPr/>
          <a:lstStyle/>
          <a:p>
            <a:r>
              <a:rPr lang="en-US" dirty="0"/>
              <a:t>So, these websites, Android and </a:t>
            </a:r>
            <a:r>
              <a:rPr lang="en-US" dirty="0" err="1"/>
              <a:t>iOS</a:t>
            </a:r>
            <a:r>
              <a:rPr lang="en-US" dirty="0"/>
              <a:t> applications, </a:t>
            </a:r>
            <a:r>
              <a:rPr lang="en-US" b="1" dirty="0">
                <a:solidFill>
                  <a:schemeClr val="accent6"/>
                </a:solidFill>
              </a:rPr>
              <a:t>do not have direct access to the database</a:t>
            </a:r>
            <a:r>
              <a:rPr lang="en-US" dirty="0"/>
              <a:t>. </a:t>
            </a:r>
          </a:p>
          <a:p>
            <a:r>
              <a:rPr lang="en-US" b="1" dirty="0">
                <a:solidFill>
                  <a:schemeClr val="accent6"/>
                </a:solidFill>
              </a:rPr>
              <a:t>They only need to communicate with the Web APIs</a:t>
            </a:r>
            <a:r>
              <a:rPr lang="en-US" dirty="0"/>
              <a:t>, and it is the Web API project’s responsibility to interact with the database. </a:t>
            </a:r>
          </a:p>
          <a:p>
            <a:r>
              <a:rPr lang="en-US" dirty="0"/>
              <a:t>The </a:t>
            </a:r>
            <a:r>
              <a:rPr lang="en-US" b="1" dirty="0">
                <a:solidFill>
                  <a:schemeClr val="accent6"/>
                </a:solidFill>
              </a:rPr>
              <a:t>entire business logic will be written in the Web API project only</a:t>
            </a:r>
            <a:r>
              <a:rPr lang="en-US" dirty="0"/>
              <a:t>.</a:t>
            </a:r>
          </a:p>
          <a:p>
            <a:r>
              <a:rPr lang="en-US" dirty="0"/>
              <a:t>So, Web API </a:t>
            </a:r>
            <a:r>
              <a:rPr lang="en-US" b="1" dirty="0">
                <a:solidFill>
                  <a:schemeClr val="accent6"/>
                </a:solidFill>
              </a:rPr>
              <a:t>acts as a mediator between</a:t>
            </a:r>
            <a:r>
              <a:rPr lang="en-US" dirty="0"/>
              <a:t> the Front-End and Back-End.</a:t>
            </a:r>
          </a:p>
        </p:txBody>
      </p:sp>
      <p:sp>
        <p:nvSpPr>
          <p:cNvPr id="3" name="Title 2"/>
          <p:cNvSpPr>
            <a:spLocks noGrp="1"/>
          </p:cNvSpPr>
          <p:nvPr>
            <p:ph type="title"/>
          </p:nvPr>
        </p:nvSpPr>
        <p:spPr/>
        <p:txBody>
          <a:bodyPr/>
          <a:lstStyle/>
          <a:p>
            <a:r>
              <a:rPr lang="en-US" dirty="0"/>
              <a:t>Need of API Cont..</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110570" y="2671751"/>
            <a:ext cx="1345445" cy="1345445"/>
          </a:xfrm>
          <a:prstGeom prst="rect">
            <a:avLst/>
          </a:prstGeom>
        </p:spPr>
      </p:pic>
      <p:sp>
        <p:nvSpPr>
          <p:cNvPr id="6" name="TextBox 4"/>
          <p:cNvSpPr txBox="1"/>
          <p:nvPr/>
        </p:nvSpPr>
        <p:spPr>
          <a:xfrm>
            <a:off x="5267278" y="4016851"/>
            <a:ext cx="1176950"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olidFill>
                  <a:schemeClr val="tx2"/>
                </a:solidFill>
              </a:rPr>
              <a:t>Database</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2437" y="4170566"/>
            <a:ext cx="926693" cy="926693"/>
          </a:xfrm>
          <a:prstGeom prst="rect">
            <a:avLst/>
          </a:prstGeom>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1962" y="1808366"/>
            <a:ext cx="972410" cy="972410"/>
          </a:xfrm>
          <a:prstGeom prst="rect">
            <a:avLst/>
          </a:prstGeom>
        </p:spPr>
      </p:pic>
      <p:pic>
        <p:nvPicPr>
          <p:cNvPr id="9" name="Picture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66712" y="2875166"/>
            <a:ext cx="1126718" cy="1126718"/>
          </a:xfrm>
          <a:prstGeom prst="rect">
            <a:avLst/>
          </a:prstGeom>
        </p:spPr>
      </p:pic>
      <p:sp>
        <p:nvSpPr>
          <p:cNvPr id="13" name="Rounded Rectangle 12"/>
          <p:cNvSpPr/>
          <p:nvPr/>
        </p:nvSpPr>
        <p:spPr>
          <a:xfrm>
            <a:off x="214312" y="1713116"/>
            <a:ext cx="6410325" cy="343038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9" name="Round Diagonal Corner Rectangle 18"/>
          <p:cNvSpPr/>
          <p:nvPr/>
        </p:nvSpPr>
        <p:spPr>
          <a:xfrm>
            <a:off x="2505075" y="2952750"/>
            <a:ext cx="1638300" cy="790575"/>
          </a:xfrm>
          <a:prstGeom prst="round2DiagRect">
            <a:avLst/>
          </a:prstGeom>
          <a:solidFill>
            <a:schemeClr val="bg2">
              <a:lumMod val="95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Web API</a:t>
            </a:r>
          </a:p>
        </p:txBody>
      </p:sp>
      <p:cxnSp>
        <p:nvCxnSpPr>
          <p:cNvPr id="21" name="Straight Arrow Connector 20"/>
          <p:cNvCxnSpPr/>
          <p:nvPr/>
        </p:nvCxnSpPr>
        <p:spPr>
          <a:xfrm>
            <a:off x="4219575" y="3343275"/>
            <a:ext cx="919570" cy="1199"/>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1409700" y="2290763"/>
            <a:ext cx="1019175" cy="690562"/>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1483905" y="3392099"/>
            <a:ext cx="921565" cy="27376"/>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1504950" y="3790950"/>
            <a:ext cx="885825" cy="804863"/>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7825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gradFill flip="none" rotWithShape="1">
                  <a:gsLst>
                    <a:gs pos="10000">
                      <a:schemeClr val="accent6">
                        <a:lumMod val="50000"/>
                      </a:schemeClr>
                    </a:gs>
                    <a:gs pos="100000">
                      <a:schemeClr val="accent6"/>
                    </a:gs>
                  </a:gsLst>
                  <a:lin ang="0" scaled="1"/>
                  <a:tileRect/>
                </a:gradFill>
              </a:rPr>
              <a:t>HTTP </a:t>
            </a:r>
            <a:br>
              <a:rPr lang="en-US" dirty="0">
                <a:gradFill flip="none" rotWithShape="1">
                  <a:gsLst>
                    <a:gs pos="10000">
                      <a:schemeClr val="accent6">
                        <a:lumMod val="50000"/>
                      </a:schemeClr>
                    </a:gs>
                    <a:gs pos="100000">
                      <a:schemeClr val="accent6"/>
                    </a:gs>
                  </a:gsLst>
                  <a:lin ang="0" scaled="1"/>
                  <a:tileRect/>
                </a:gradFill>
              </a:rPr>
            </a:br>
            <a:r>
              <a:rPr lang="en-US" sz="2800" dirty="0">
                <a:gradFill flip="none" rotWithShape="1">
                  <a:gsLst>
                    <a:gs pos="10000">
                      <a:schemeClr val="accent6">
                        <a:lumMod val="50000"/>
                      </a:schemeClr>
                    </a:gs>
                    <a:gs pos="100000">
                      <a:schemeClr val="accent6"/>
                    </a:gs>
                  </a:gsLst>
                  <a:lin ang="0" scaled="1"/>
                  <a:tileRect/>
                </a:gradFill>
              </a:rPr>
              <a:t>(HyperText Transport Protocol)</a:t>
            </a:r>
          </a:p>
        </p:txBody>
      </p:sp>
      <p:sp>
        <p:nvSpPr>
          <p:cNvPr id="5" name="Text Placeholder 4"/>
          <p:cNvSpPr>
            <a:spLocks noGrp="1"/>
          </p:cNvSpPr>
          <p:nvPr>
            <p:ph type="body" idx="1"/>
          </p:nvPr>
        </p:nvSpPr>
        <p:spPr/>
        <p:txBody>
          <a:bodyPr/>
          <a:lstStyle/>
          <a:p>
            <a:r>
              <a:rPr lang="en-US" dirty="0"/>
              <a:t>Section - 2</a:t>
            </a:r>
          </a:p>
        </p:txBody>
      </p:sp>
    </p:spTree>
    <p:extLst>
      <p:ext uri="{BB962C8B-B14F-4D97-AF65-F5344CB8AC3E}">
        <p14:creationId xmlns:p14="http://schemas.microsoft.com/office/powerpoint/2010/main" val="19899668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fontAlgn="base">
              <a:buFont typeface="+mj-lt"/>
              <a:buAutoNum type="arabicPeriod"/>
            </a:pPr>
            <a:r>
              <a:rPr lang="en-US" dirty="0"/>
              <a:t>How Browser and Server Communicate with Each Other?</a:t>
            </a:r>
          </a:p>
          <a:p>
            <a:pPr marL="457200" indent="-457200" fontAlgn="base">
              <a:buFont typeface="+mj-lt"/>
              <a:buAutoNum type="arabicPeriod"/>
            </a:pPr>
            <a:r>
              <a:rPr lang="en-US" dirty="0"/>
              <a:t>What is HTTP?</a:t>
            </a:r>
          </a:p>
          <a:p>
            <a:pPr marL="457200" indent="-457200" fontAlgn="base">
              <a:buFont typeface="+mj-lt"/>
              <a:buAutoNum type="arabicPeriod"/>
            </a:pPr>
            <a:r>
              <a:rPr lang="en-US" dirty="0"/>
              <a:t>HTTP Request/Response Components</a:t>
            </a:r>
          </a:p>
          <a:p>
            <a:pPr marL="457200" indent="-457200" fontAlgn="base">
              <a:buFont typeface="+mj-lt"/>
              <a:buAutoNum type="arabicPeriod"/>
            </a:pPr>
            <a:r>
              <a:rPr lang="en-US" dirty="0"/>
              <a:t>HTTP Verbs or HTTP Methods</a:t>
            </a:r>
          </a:p>
          <a:p>
            <a:pPr marL="457200" indent="-457200" fontAlgn="base">
              <a:buFont typeface="+mj-lt"/>
              <a:buAutoNum type="arabicPeriod"/>
            </a:pPr>
            <a:r>
              <a:rPr lang="en-US" dirty="0"/>
              <a:t>HTTP Status Codes</a:t>
            </a:r>
          </a:p>
          <a:p>
            <a:pPr lvl="1" fontAlgn="base"/>
            <a:endParaRPr lang="en-US" dirty="0"/>
          </a:p>
        </p:txBody>
      </p:sp>
      <p:sp>
        <p:nvSpPr>
          <p:cNvPr id="3" name="Title 2"/>
          <p:cNvSpPr>
            <a:spLocks noGrp="1"/>
          </p:cNvSpPr>
          <p:nvPr>
            <p:ph type="title"/>
          </p:nvPr>
        </p:nvSpPr>
        <p:spPr/>
        <p:txBody>
          <a:bodyPr/>
          <a:lstStyle/>
          <a:p>
            <a:r>
              <a:rPr lang="en-US" dirty="0"/>
              <a:t>HTTP (HyperText Transport Protocol)</a:t>
            </a:r>
          </a:p>
        </p:txBody>
      </p:sp>
    </p:spTree>
    <p:extLst>
      <p:ext uri="{BB962C8B-B14F-4D97-AF65-F5344CB8AC3E}">
        <p14:creationId xmlns:p14="http://schemas.microsoft.com/office/powerpoint/2010/main" val="581530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fontAlgn="base"/>
            <a:r>
              <a:rPr lang="en-US" dirty="0"/>
              <a:t>Suppose, we open the web browser, type the URL in the browser and press the enter button. </a:t>
            </a:r>
          </a:p>
          <a:p>
            <a:pPr fontAlgn="base"/>
            <a:r>
              <a:rPr lang="en-US" dirty="0"/>
              <a:t>As soon as you press enter, </a:t>
            </a:r>
            <a:r>
              <a:rPr lang="en-US" b="1" dirty="0"/>
              <a:t>a request is going to the server </a:t>
            </a:r>
            <a:r>
              <a:rPr lang="en-US" dirty="0"/>
              <a:t>(called a web server). </a:t>
            </a:r>
          </a:p>
          <a:p>
            <a:pPr fontAlgn="base"/>
            <a:r>
              <a:rPr lang="en-US" dirty="0"/>
              <a:t>Whatever data you are sending from the web browser to the web server is called a </a:t>
            </a:r>
            <a:r>
              <a:rPr lang="en-US" b="1" dirty="0"/>
              <a:t>Request</a:t>
            </a:r>
            <a:r>
              <a:rPr lang="en-US" dirty="0"/>
              <a:t> and whatever data you are receiving from the web server is called a </a:t>
            </a:r>
            <a:r>
              <a:rPr lang="en-US" b="1" dirty="0"/>
              <a:t>Response</a:t>
            </a:r>
            <a:r>
              <a:rPr lang="en-US" dirty="0"/>
              <a:t> &amp; this type of communication is only possible by using HTTP Protocol. </a:t>
            </a:r>
          </a:p>
          <a:p>
            <a:pPr fontAlgn="base"/>
            <a:r>
              <a:rPr lang="en-US" dirty="0"/>
              <a:t>So, the request can be termed an HTTP Request and the response can be called HTTP Response.</a:t>
            </a:r>
          </a:p>
          <a:p>
            <a:pPr fontAlgn="base"/>
            <a:endParaRPr lang="en-US" dirty="0"/>
          </a:p>
          <a:p>
            <a:pPr fontAlgn="base"/>
            <a:endParaRPr lang="en-US" dirty="0"/>
          </a:p>
          <a:p>
            <a:pPr fontAlgn="base"/>
            <a:endParaRPr lang="en-US" dirty="0"/>
          </a:p>
          <a:p>
            <a:pPr fontAlgn="base"/>
            <a:endParaRPr lang="en-US" dirty="0"/>
          </a:p>
          <a:p>
            <a:pPr fontAlgn="base"/>
            <a:r>
              <a:rPr lang="en-US" dirty="0"/>
              <a:t>For example, if you are using a mobile application, then your mobile is a client.</a:t>
            </a:r>
          </a:p>
        </p:txBody>
      </p:sp>
      <p:sp>
        <p:nvSpPr>
          <p:cNvPr id="3" name="Title 2"/>
          <p:cNvSpPr>
            <a:spLocks noGrp="1"/>
          </p:cNvSpPr>
          <p:nvPr>
            <p:ph type="title"/>
          </p:nvPr>
        </p:nvSpPr>
        <p:spPr/>
        <p:txBody>
          <a:bodyPr/>
          <a:lstStyle/>
          <a:p>
            <a:pPr fontAlgn="base"/>
            <a:r>
              <a:rPr lang="en-US" dirty="0"/>
              <a:t>1. How Browser and Server Communicate with Each Other?</a:t>
            </a:r>
          </a:p>
        </p:txBody>
      </p:sp>
      <p:sp>
        <p:nvSpPr>
          <p:cNvPr id="4" name="Rectangle 3"/>
          <p:cNvSpPr/>
          <p:nvPr/>
        </p:nvSpPr>
        <p:spPr>
          <a:xfrm>
            <a:off x="1765426" y="3766241"/>
            <a:ext cx="3069125" cy="1484769"/>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2"/>
                </a:solidFill>
              </a:rPr>
              <a:t>https://darshan.ac.in/</a:t>
            </a:r>
          </a:p>
        </p:txBody>
      </p:sp>
      <p:sp>
        <p:nvSpPr>
          <p:cNvPr id="5" name="Rectangle 4"/>
          <p:cNvSpPr/>
          <p:nvPr/>
        </p:nvSpPr>
        <p:spPr>
          <a:xfrm>
            <a:off x="7494761" y="3764732"/>
            <a:ext cx="3069125" cy="1484769"/>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2"/>
                </a:solidFill>
              </a:rPr>
              <a:t>Server</a:t>
            </a:r>
          </a:p>
        </p:txBody>
      </p:sp>
      <p:sp>
        <p:nvSpPr>
          <p:cNvPr id="6" name="Right Arrow 5"/>
          <p:cNvSpPr/>
          <p:nvPr/>
        </p:nvSpPr>
        <p:spPr>
          <a:xfrm>
            <a:off x="5024674" y="4101220"/>
            <a:ext cx="2353901" cy="316871"/>
          </a:xfrm>
          <a:prstGeom prst="rightArrow">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ight Arrow 6"/>
          <p:cNvSpPr/>
          <p:nvPr/>
        </p:nvSpPr>
        <p:spPr>
          <a:xfrm rot="10800000">
            <a:off x="4996004" y="4679133"/>
            <a:ext cx="2353901" cy="316871"/>
          </a:xfrm>
          <a:prstGeom prst="rightArrow">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5477346" y="3847722"/>
            <a:ext cx="1548143" cy="253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HTTP Request</a:t>
            </a:r>
          </a:p>
        </p:txBody>
      </p:sp>
      <p:sp>
        <p:nvSpPr>
          <p:cNvPr id="9" name="Rectangle 8"/>
          <p:cNvSpPr/>
          <p:nvPr/>
        </p:nvSpPr>
        <p:spPr>
          <a:xfrm>
            <a:off x="5439623" y="4959788"/>
            <a:ext cx="1667348" cy="2821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HTTP Response</a:t>
            </a:r>
          </a:p>
        </p:txBody>
      </p:sp>
      <p:sp>
        <p:nvSpPr>
          <p:cNvPr id="10" name="Rectangle 9"/>
          <p:cNvSpPr/>
          <p:nvPr/>
        </p:nvSpPr>
        <p:spPr>
          <a:xfrm>
            <a:off x="2442926" y="5303821"/>
            <a:ext cx="1548143" cy="253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Web Browser </a:t>
            </a:r>
          </a:p>
        </p:txBody>
      </p:sp>
      <p:sp>
        <p:nvSpPr>
          <p:cNvPr id="11" name="Rectangle 10"/>
          <p:cNvSpPr/>
          <p:nvPr/>
        </p:nvSpPr>
        <p:spPr>
          <a:xfrm>
            <a:off x="8291465" y="5312874"/>
            <a:ext cx="1548143" cy="253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Web Server</a:t>
            </a:r>
          </a:p>
        </p:txBody>
      </p:sp>
    </p:spTree>
    <p:extLst>
      <p:ext uri="{BB962C8B-B14F-4D97-AF65-F5344CB8AC3E}">
        <p14:creationId xmlns:p14="http://schemas.microsoft.com/office/powerpoint/2010/main" val="1261975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p:bldP spid="9" grpId="0"/>
      <p:bldP spid="10" grpId="0"/>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fontAlgn="base"/>
            <a:r>
              <a:rPr lang="en-US" dirty="0"/>
              <a:t>HTTP stands for </a:t>
            </a:r>
            <a:r>
              <a:rPr lang="en-US" b="1" dirty="0">
                <a:solidFill>
                  <a:schemeClr val="accent6"/>
                </a:solidFill>
              </a:rPr>
              <a:t>HyperText Transfer Protocol</a:t>
            </a:r>
            <a:r>
              <a:rPr lang="en-US" dirty="0"/>
              <a:t>. </a:t>
            </a:r>
          </a:p>
          <a:p>
            <a:pPr fontAlgn="base"/>
            <a:r>
              <a:rPr lang="en-US" dirty="0"/>
              <a:t>It is an </a:t>
            </a:r>
            <a:r>
              <a:rPr lang="en-US" b="1" dirty="0">
                <a:solidFill>
                  <a:schemeClr val="accent6"/>
                </a:solidFill>
              </a:rPr>
              <a:t>application-layer protocol used for communication on the World Wide Web</a:t>
            </a:r>
            <a:r>
              <a:rPr lang="en-US" dirty="0"/>
              <a:t>.</a:t>
            </a:r>
          </a:p>
          <a:p>
            <a:pPr fontAlgn="base"/>
            <a:r>
              <a:rPr lang="en-US" dirty="0"/>
              <a:t>It is also called as </a:t>
            </a:r>
            <a:r>
              <a:rPr lang="en-US" b="1" dirty="0">
                <a:solidFill>
                  <a:schemeClr val="accent6"/>
                </a:solidFill>
              </a:rPr>
              <a:t>communication protocol</a:t>
            </a:r>
            <a:r>
              <a:rPr lang="en-US" dirty="0"/>
              <a:t>.</a:t>
            </a:r>
          </a:p>
          <a:p>
            <a:pPr fontAlgn="base"/>
            <a:r>
              <a:rPr lang="en-US" dirty="0"/>
              <a:t>It is used to </a:t>
            </a:r>
            <a:r>
              <a:rPr lang="en-US" b="1" dirty="0">
                <a:solidFill>
                  <a:schemeClr val="accent6"/>
                </a:solidFill>
              </a:rPr>
              <a:t>send and receive web pages and files on the internet</a:t>
            </a:r>
            <a:r>
              <a:rPr lang="en-US" dirty="0"/>
              <a:t>.</a:t>
            </a:r>
          </a:p>
          <a:p>
            <a:pPr fontAlgn="base"/>
            <a:r>
              <a:rPr lang="en-US" dirty="0"/>
              <a:t>It serves as a foundation for </a:t>
            </a:r>
            <a:r>
              <a:rPr lang="en-US" b="1" dirty="0">
                <a:solidFill>
                  <a:schemeClr val="accent6"/>
                </a:solidFill>
              </a:rPr>
              <a:t>exchanging information between a web server and a client, typically a web browser</a:t>
            </a:r>
            <a:r>
              <a:rPr lang="en-US" dirty="0"/>
              <a:t>.</a:t>
            </a:r>
          </a:p>
          <a:p>
            <a:pPr fontAlgn="base"/>
            <a:r>
              <a:rPr lang="en-US" dirty="0"/>
              <a:t>HTTP enables the </a:t>
            </a:r>
            <a:r>
              <a:rPr lang="en-US" b="1" dirty="0">
                <a:solidFill>
                  <a:schemeClr val="accent6"/>
                </a:solidFill>
              </a:rPr>
              <a:t>retrieval of resources such as HTML documents, images, videos, and other media files</a:t>
            </a:r>
            <a:r>
              <a:rPr lang="en-US" dirty="0"/>
              <a:t>, allowing users to access websites and navigate the internet.</a:t>
            </a:r>
          </a:p>
          <a:p>
            <a:pPr fontAlgn="base"/>
            <a:r>
              <a:rPr lang="en-US" dirty="0"/>
              <a:t>It </a:t>
            </a:r>
            <a:r>
              <a:rPr lang="en-US" b="1" dirty="0">
                <a:solidFill>
                  <a:schemeClr val="accent6"/>
                </a:solidFill>
              </a:rPr>
              <a:t>follows a request-response model</a:t>
            </a:r>
            <a:r>
              <a:rPr lang="en-US" dirty="0"/>
              <a:t>, where a client sends an HTTP request to a server, and the server responds with an HTTP response containing the requested information.</a:t>
            </a:r>
          </a:p>
          <a:p>
            <a:pPr fontAlgn="base"/>
            <a:endParaRPr lang="en-US" dirty="0"/>
          </a:p>
          <a:p>
            <a:pPr lvl="1" fontAlgn="base"/>
            <a:endParaRPr lang="en-US" dirty="0"/>
          </a:p>
        </p:txBody>
      </p:sp>
      <p:sp>
        <p:nvSpPr>
          <p:cNvPr id="3" name="Title 2"/>
          <p:cNvSpPr>
            <a:spLocks noGrp="1"/>
          </p:cNvSpPr>
          <p:nvPr>
            <p:ph type="title"/>
          </p:nvPr>
        </p:nvSpPr>
        <p:spPr/>
        <p:txBody>
          <a:bodyPr/>
          <a:lstStyle/>
          <a:p>
            <a:r>
              <a:rPr lang="en-US" dirty="0"/>
              <a:t>2. What is HTTP?</a:t>
            </a:r>
          </a:p>
        </p:txBody>
      </p:sp>
    </p:spTree>
    <p:extLst>
      <p:ext uri="{BB962C8B-B14F-4D97-AF65-F5344CB8AC3E}">
        <p14:creationId xmlns:p14="http://schemas.microsoft.com/office/powerpoint/2010/main" val="2335341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An HTTP request is made by the client to request a resource from the server, and the server responds with an HTTP response containing the requested resource or an error message.</a:t>
            </a:r>
          </a:p>
          <a:p>
            <a:r>
              <a:rPr lang="en-US" dirty="0"/>
              <a:t>When we send something from the client (browser, mobile, postman etc.) to the server (webserver) is called a Request.</a:t>
            </a:r>
          </a:p>
          <a:p>
            <a:r>
              <a:rPr lang="en-US" dirty="0"/>
              <a:t>The request is formed with a couple of components, are as follows.</a:t>
            </a:r>
          </a:p>
          <a:p>
            <a:endParaRPr lang="en-US" dirty="0"/>
          </a:p>
        </p:txBody>
      </p:sp>
      <p:sp>
        <p:nvSpPr>
          <p:cNvPr id="3" name="Title 2"/>
          <p:cNvSpPr>
            <a:spLocks noGrp="1"/>
          </p:cNvSpPr>
          <p:nvPr>
            <p:ph type="title"/>
          </p:nvPr>
        </p:nvSpPr>
        <p:spPr/>
        <p:txBody>
          <a:bodyPr>
            <a:normAutofit/>
          </a:bodyPr>
          <a:lstStyle/>
          <a:p>
            <a:r>
              <a:rPr lang="en-US" dirty="0"/>
              <a:t>3. HTTP Request Components</a:t>
            </a:r>
          </a:p>
        </p:txBody>
      </p:sp>
      <p:graphicFrame>
        <p:nvGraphicFramePr>
          <p:cNvPr id="4" name="Table 3"/>
          <p:cNvGraphicFramePr>
            <a:graphicFrameLocks noGrp="1"/>
          </p:cNvGraphicFramePr>
          <p:nvPr/>
        </p:nvGraphicFramePr>
        <p:xfrm>
          <a:off x="461818" y="2890212"/>
          <a:ext cx="11065164" cy="1854200"/>
        </p:xfrm>
        <a:graphic>
          <a:graphicData uri="http://schemas.openxmlformats.org/drawingml/2006/table">
            <a:tbl>
              <a:tblPr firstRow="1" bandRow="1">
                <a:tableStyleId>{5C22544A-7EE6-4342-B048-85BDC9FD1C3A}</a:tableStyleId>
              </a:tblPr>
              <a:tblGrid>
                <a:gridCol w="1939637">
                  <a:extLst>
                    <a:ext uri="{9D8B030D-6E8A-4147-A177-3AD203B41FA5}">
                      <a16:colId xmlns:a16="http://schemas.microsoft.com/office/drawing/2014/main" val="20000"/>
                    </a:ext>
                  </a:extLst>
                </a:gridCol>
                <a:gridCol w="9125527">
                  <a:extLst>
                    <a:ext uri="{9D8B030D-6E8A-4147-A177-3AD203B41FA5}">
                      <a16:colId xmlns:a16="http://schemas.microsoft.com/office/drawing/2014/main" val="20001"/>
                    </a:ext>
                  </a:extLst>
                </a:gridCol>
              </a:tblGrid>
              <a:tr h="370840">
                <a:tc>
                  <a:txBody>
                    <a:bodyPr/>
                    <a:lstStyle/>
                    <a:p>
                      <a:r>
                        <a:rPr lang="en-US" dirty="0"/>
                        <a:t>Component</a:t>
                      </a:r>
                    </a:p>
                  </a:txBody>
                  <a:tcPr/>
                </a:tc>
                <a:tc>
                  <a:txBody>
                    <a:bodyPr/>
                    <a:lstStyle/>
                    <a:p>
                      <a:r>
                        <a:rPr lang="en-US" dirty="0"/>
                        <a:t>Description </a:t>
                      </a:r>
                    </a:p>
                  </a:txBody>
                  <a:tcPr/>
                </a:tc>
                <a:extLst>
                  <a:ext uri="{0D108BD9-81ED-4DB2-BD59-A6C34878D82A}">
                    <a16:rowId xmlns:a16="http://schemas.microsoft.com/office/drawing/2014/main" val="10000"/>
                  </a:ext>
                </a:extLst>
              </a:tr>
              <a:tr h="370840">
                <a:tc>
                  <a:txBody>
                    <a:bodyPr/>
                    <a:lstStyle/>
                    <a:p>
                      <a:r>
                        <a:rPr lang="en-US" sz="1800" b="1" i="0" kern="1200" dirty="0">
                          <a:solidFill>
                            <a:schemeClr val="dk1"/>
                          </a:solidFill>
                          <a:effectLst/>
                          <a:latin typeface="+mn-lt"/>
                          <a:ea typeface="+mn-ea"/>
                          <a:cs typeface="+mn-cs"/>
                        </a:rPr>
                        <a:t>URL</a:t>
                      </a:r>
                      <a:endParaRPr lang="en-US" dirty="0"/>
                    </a:p>
                  </a:txBody>
                  <a:tcPr/>
                </a:tc>
                <a:tc>
                  <a:txBody>
                    <a:bodyPr/>
                    <a:lstStyle/>
                    <a:p>
                      <a:r>
                        <a:rPr lang="en-US" sz="1800" b="0" i="0" kern="1200" dirty="0">
                          <a:solidFill>
                            <a:schemeClr val="dk1"/>
                          </a:solidFill>
                          <a:effectLst/>
                          <a:latin typeface="+mn-lt"/>
                          <a:ea typeface="+mn-ea"/>
                          <a:cs typeface="+mn-cs"/>
                        </a:rPr>
                        <a:t>Each Request must have a unique URL</a:t>
                      </a:r>
                      <a:endParaRPr lang="en-US" dirty="0"/>
                    </a:p>
                  </a:txBody>
                  <a:tcPr/>
                </a:tc>
                <a:extLst>
                  <a:ext uri="{0D108BD9-81ED-4DB2-BD59-A6C34878D82A}">
                    <a16:rowId xmlns:a16="http://schemas.microsoft.com/office/drawing/2014/main" val="10001"/>
                  </a:ext>
                </a:extLst>
              </a:tr>
              <a:tr h="370840">
                <a:tc>
                  <a:txBody>
                    <a:bodyPr/>
                    <a:lstStyle/>
                    <a:p>
                      <a:r>
                        <a:rPr lang="en-US" sz="1800" b="1" i="0" kern="1200" dirty="0">
                          <a:solidFill>
                            <a:schemeClr val="dk1"/>
                          </a:solidFill>
                          <a:effectLst/>
                          <a:latin typeface="+mn-lt"/>
                          <a:ea typeface="+mn-ea"/>
                          <a:cs typeface="+mn-cs"/>
                        </a:rPr>
                        <a:t>Verb (Method)</a:t>
                      </a:r>
                      <a:endParaRPr lang="en-US" dirty="0"/>
                    </a:p>
                  </a:txBody>
                  <a:tcPr/>
                </a:tc>
                <a:tc>
                  <a:txBody>
                    <a:bodyPr/>
                    <a:lstStyle/>
                    <a:p>
                      <a:r>
                        <a:rPr lang="en-US" sz="1800" b="0" i="0" kern="1200" dirty="0">
                          <a:solidFill>
                            <a:schemeClr val="dk1"/>
                          </a:solidFill>
                          <a:effectLst/>
                          <a:latin typeface="+mn-lt"/>
                          <a:ea typeface="+mn-ea"/>
                          <a:cs typeface="+mn-cs"/>
                        </a:rPr>
                        <a:t>Each Request must have an HTTP Verb (Majorly GET, POST, PUT &amp; DELETE)</a:t>
                      </a:r>
                      <a:endParaRPr lang="en-US" dirty="0"/>
                    </a:p>
                  </a:txBody>
                  <a:tcPr/>
                </a:tc>
                <a:extLst>
                  <a:ext uri="{0D108BD9-81ED-4DB2-BD59-A6C34878D82A}">
                    <a16:rowId xmlns:a16="http://schemas.microsoft.com/office/drawing/2014/main" val="10002"/>
                  </a:ext>
                </a:extLst>
              </a:tr>
              <a:tr h="370840">
                <a:tc>
                  <a:txBody>
                    <a:bodyPr/>
                    <a:lstStyle/>
                    <a:p>
                      <a:r>
                        <a:rPr lang="en-US" sz="1800" b="1" i="0" kern="1200" dirty="0">
                          <a:solidFill>
                            <a:schemeClr val="dk1"/>
                          </a:solidFill>
                          <a:effectLst/>
                          <a:latin typeface="+mn-lt"/>
                          <a:ea typeface="+mn-ea"/>
                          <a:cs typeface="+mn-cs"/>
                        </a:rPr>
                        <a:t>Header(s)</a:t>
                      </a:r>
                      <a:endParaRPr lang="en-US" dirty="0"/>
                    </a:p>
                  </a:txBody>
                  <a:tcPr/>
                </a:tc>
                <a:tc>
                  <a:txBody>
                    <a:bodyPr/>
                    <a:lstStyle/>
                    <a:p>
                      <a:r>
                        <a:rPr lang="en-US" sz="1800" b="0" i="0" kern="1200" dirty="0">
                          <a:solidFill>
                            <a:schemeClr val="dk1"/>
                          </a:solidFill>
                          <a:effectLst/>
                          <a:latin typeface="+mn-lt"/>
                          <a:ea typeface="+mn-ea"/>
                          <a:cs typeface="+mn-cs"/>
                        </a:rPr>
                        <a:t>Each Request can contain one or more Headers</a:t>
                      </a:r>
                      <a:endParaRPr lang="en-US" dirty="0"/>
                    </a:p>
                  </a:txBody>
                  <a:tcPr/>
                </a:tc>
                <a:extLst>
                  <a:ext uri="{0D108BD9-81ED-4DB2-BD59-A6C34878D82A}">
                    <a16:rowId xmlns:a16="http://schemas.microsoft.com/office/drawing/2014/main" val="10003"/>
                  </a:ext>
                </a:extLst>
              </a:tr>
              <a:tr h="370840">
                <a:tc>
                  <a:txBody>
                    <a:bodyPr/>
                    <a:lstStyle/>
                    <a:p>
                      <a:r>
                        <a:rPr lang="en-US" sz="1800" b="1" i="0" kern="1200" dirty="0">
                          <a:solidFill>
                            <a:schemeClr val="dk1"/>
                          </a:solidFill>
                          <a:effectLst/>
                          <a:latin typeface="+mn-lt"/>
                          <a:ea typeface="+mn-ea"/>
                          <a:cs typeface="+mn-cs"/>
                        </a:rPr>
                        <a:t>Body</a:t>
                      </a:r>
                      <a:endParaRPr lang="en-US" dirty="0"/>
                    </a:p>
                  </a:txBody>
                  <a:tcPr/>
                </a:tc>
                <a:tc>
                  <a:txBody>
                    <a:bodyPr/>
                    <a:lstStyle/>
                    <a:p>
                      <a:r>
                        <a:rPr lang="en-US" sz="1800" b="0" i="0" kern="1200" dirty="0">
                          <a:solidFill>
                            <a:schemeClr val="dk1"/>
                          </a:solidFill>
                          <a:effectLst/>
                          <a:latin typeface="+mn-lt"/>
                          <a:ea typeface="+mn-ea"/>
                          <a:cs typeface="+mn-cs"/>
                        </a:rPr>
                        <a:t>Each request can have a body. The body contains the data that we want to send to the server.</a:t>
                      </a:r>
                      <a:endParaRPr lang="en-US" dirty="0"/>
                    </a:p>
                  </a:txBody>
                  <a:tcPr/>
                </a:tc>
                <a:extLst>
                  <a:ext uri="{0D108BD9-81ED-4DB2-BD59-A6C34878D82A}">
                    <a16:rowId xmlns:a16="http://schemas.microsoft.com/office/drawing/2014/main" val="10004"/>
                  </a:ext>
                </a:extLst>
              </a:tr>
            </a:tbl>
          </a:graphicData>
        </a:graphic>
      </p:graphicFrame>
      <p:sp>
        <p:nvSpPr>
          <p:cNvPr id="5" name="Rectangle 4"/>
          <p:cNvSpPr/>
          <p:nvPr/>
        </p:nvSpPr>
        <p:spPr>
          <a:xfrm>
            <a:off x="1377499" y="4837660"/>
            <a:ext cx="3069125" cy="814996"/>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2"/>
                </a:solidFill>
              </a:rPr>
              <a:t>Web Browser, Mobile App, Postman, Scalar</a:t>
            </a:r>
          </a:p>
        </p:txBody>
      </p:sp>
      <p:sp>
        <p:nvSpPr>
          <p:cNvPr id="6" name="Rectangle 5"/>
          <p:cNvSpPr/>
          <p:nvPr/>
        </p:nvSpPr>
        <p:spPr>
          <a:xfrm>
            <a:off x="7106834" y="4836150"/>
            <a:ext cx="3069125" cy="8349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2"/>
                </a:solidFill>
              </a:rPr>
              <a:t>Server</a:t>
            </a:r>
          </a:p>
        </p:txBody>
      </p:sp>
      <p:sp>
        <p:nvSpPr>
          <p:cNvPr id="7" name="Right Arrow 6"/>
          <p:cNvSpPr/>
          <p:nvPr/>
        </p:nvSpPr>
        <p:spPr>
          <a:xfrm>
            <a:off x="4636747" y="5172638"/>
            <a:ext cx="2353901" cy="316871"/>
          </a:xfrm>
          <a:prstGeom prst="rightArrow">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p:cNvSpPr/>
          <p:nvPr/>
        </p:nvSpPr>
        <p:spPr>
          <a:xfrm>
            <a:off x="5089419" y="4919140"/>
            <a:ext cx="1548143" cy="253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HTTP Request</a:t>
            </a:r>
          </a:p>
        </p:txBody>
      </p:sp>
      <p:sp>
        <p:nvSpPr>
          <p:cNvPr id="10" name="Rectangle 9"/>
          <p:cNvSpPr/>
          <p:nvPr/>
        </p:nvSpPr>
        <p:spPr>
          <a:xfrm>
            <a:off x="7949720" y="5700801"/>
            <a:ext cx="1548143" cy="253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Web Server</a:t>
            </a:r>
          </a:p>
        </p:txBody>
      </p:sp>
      <p:sp>
        <p:nvSpPr>
          <p:cNvPr id="11" name="Right Arrow 10"/>
          <p:cNvSpPr/>
          <p:nvPr/>
        </p:nvSpPr>
        <p:spPr>
          <a:xfrm rot="5400000">
            <a:off x="5424854" y="5675243"/>
            <a:ext cx="702969" cy="306811"/>
          </a:xfrm>
          <a:prstGeom prst="rightArrow">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ounded Rectangle 11"/>
          <p:cNvSpPr/>
          <p:nvPr/>
        </p:nvSpPr>
        <p:spPr>
          <a:xfrm>
            <a:off x="4516582" y="6234545"/>
            <a:ext cx="2604654" cy="33251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4"/>
                </a:solidFill>
              </a:rPr>
              <a:t>URL, Verb, Header, Body</a:t>
            </a:r>
          </a:p>
        </p:txBody>
      </p:sp>
      <p:sp>
        <p:nvSpPr>
          <p:cNvPr id="13" name="Rectangle 12"/>
          <p:cNvSpPr/>
          <p:nvPr/>
        </p:nvSpPr>
        <p:spPr>
          <a:xfrm>
            <a:off x="2033829" y="5686946"/>
            <a:ext cx="1548143" cy="253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Clients</a:t>
            </a:r>
          </a:p>
        </p:txBody>
      </p:sp>
    </p:spTree>
    <p:extLst>
      <p:ext uri="{BB962C8B-B14F-4D97-AF65-F5344CB8AC3E}">
        <p14:creationId xmlns:p14="http://schemas.microsoft.com/office/powerpoint/2010/main" val="1352973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p:bldP spid="10" grpId="0"/>
      <p:bldP spid="11" grpId="0" animBg="1"/>
      <p:bldP spid="12" grpId="0" animBg="1"/>
      <p:bldP spid="1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Whatever we get from the webserver to the clients is called HTTP Response. </a:t>
            </a:r>
          </a:p>
          <a:p>
            <a:r>
              <a:rPr lang="en-US" dirty="0"/>
              <a:t>The HTTP response contains the following components.</a:t>
            </a:r>
          </a:p>
        </p:txBody>
      </p:sp>
      <p:sp>
        <p:nvSpPr>
          <p:cNvPr id="3" name="Title 2"/>
          <p:cNvSpPr>
            <a:spLocks noGrp="1"/>
          </p:cNvSpPr>
          <p:nvPr>
            <p:ph type="title"/>
          </p:nvPr>
        </p:nvSpPr>
        <p:spPr/>
        <p:txBody>
          <a:bodyPr>
            <a:normAutofit/>
          </a:bodyPr>
          <a:lstStyle/>
          <a:p>
            <a:r>
              <a:rPr lang="en-US" dirty="0"/>
              <a:t>3. HTTP Response Components</a:t>
            </a:r>
          </a:p>
        </p:txBody>
      </p:sp>
      <p:graphicFrame>
        <p:nvGraphicFramePr>
          <p:cNvPr id="4" name="Table 3"/>
          <p:cNvGraphicFramePr>
            <a:graphicFrameLocks noGrp="1"/>
          </p:cNvGraphicFramePr>
          <p:nvPr/>
        </p:nvGraphicFramePr>
        <p:xfrm>
          <a:off x="480290" y="1791085"/>
          <a:ext cx="11065164" cy="1483360"/>
        </p:xfrm>
        <a:graphic>
          <a:graphicData uri="http://schemas.openxmlformats.org/drawingml/2006/table">
            <a:tbl>
              <a:tblPr firstRow="1" bandRow="1">
                <a:tableStyleId>{5C22544A-7EE6-4342-B048-85BDC9FD1C3A}</a:tableStyleId>
              </a:tblPr>
              <a:tblGrid>
                <a:gridCol w="1939637">
                  <a:extLst>
                    <a:ext uri="{9D8B030D-6E8A-4147-A177-3AD203B41FA5}">
                      <a16:colId xmlns:a16="http://schemas.microsoft.com/office/drawing/2014/main" val="20000"/>
                    </a:ext>
                  </a:extLst>
                </a:gridCol>
                <a:gridCol w="9125527">
                  <a:extLst>
                    <a:ext uri="{9D8B030D-6E8A-4147-A177-3AD203B41FA5}">
                      <a16:colId xmlns:a16="http://schemas.microsoft.com/office/drawing/2014/main" val="20001"/>
                    </a:ext>
                  </a:extLst>
                </a:gridCol>
              </a:tblGrid>
              <a:tr h="370840">
                <a:tc>
                  <a:txBody>
                    <a:bodyPr/>
                    <a:lstStyle/>
                    <a:p>
                      <a:r>
                        <a:rPr lang="en-US" dirty="0"/>
                        <a:t>Component</a:t>
                      </a:r>
                    </a:p>
                  </a:txBody>
                  <a:tcPr/>
                </a:tc>
                <a:tc>
                  <a:txBody>
                    <a:bodyPr/>
                    <a:lstStyle/>
                    <a:p>
                      <a:r>
                        <a:rPr lang="en-US" dirty="0"/>
                        <a:t>Description </a:t>
                      </a:r>
                    </a:p>
                  </a:txBody>
                  <a:tcPr/>
                </a:tc>
                <a:extLst>
                  <a:ext uri="{0D108BD9-81ED-4DB2-BD59-A6C34878D82A}">
                    <a16:rowId xmlns:a16="http://schemas.microsoft.com/office/drawing/2014/main" val="10000"/>
                  </a:ext>
                </a:extLst>
              </a:tr>
              <a:tr h="370840">
                <a:tc>
                  <a:txBody>
                    <a:bodyPr/>
                    <a:lstStyle/>
                    <a:p>
                      <a:r>
                        <a:rPr lang="en-US" sz="1800" b="1" i="0" kern="1200" dirty="0">
                          <a:solidFill>
                            <a:schemeClr val="dk1"/>
                          </a:solidFill>
                          <a:effectLst/>
                          <a:latin typeface="+mn-lt"/>
                          <a:ea typeface="+mn-ea"/>
                          <a:cs typeface="+mn-cs"/>
                        </a:rPr>
                        <a:t>HTTP Status Code</a:t>
                      </a:r>
                      <a:endParaRPr lang="en-US" dirty="0"/>
                    </a:p>
                  </a:txBody>
                  <a:tcPr/>
                </a:tc>
                <a:tc>
                  <a:txBody>
                    <a:bodyPr/>
                    <a:lstStyle/>
                    <a:p>
                      <a:r>
                        <a:rPr lang="en-US" sz="1800" b="0" i="0" kern="1200" dirty="0">
                          <a:solidFill>
                            <a:schemeClr val="dk1"/>
                          </a:solidFill>
                          <a:effectLst/>
                          <a:latin typeface="+mn-lt"/>
                          <a:ea typeface="+mn-ea"/>
                          <a:cs typeface="+mn-cs"/>
                        </a:rPr>
                        <a:t>It must have a Status Code</a:t>
                      </a:r>
                      <a:endParaRPr lang="en-US" dirty="0"/>
                    </a:p>
                  </a:txBody>
                  <a:tcPr/>
                </a:tc>
                <a:extLst>
                  <a:ext uri="{0D108BD9-81ED-4DB2-BD59-A6C34878D82A}">
                    <a16:rowId xmlns:a16="http://schemas.microsoft.com/office/drawing/2014/main" val="10001"/>
                  </a:ext>
                </a:extLst>
              </a:tr>
              <a:tr h="370840">
                <a:tc>
                  <a:txBody>
                    <a:bodyPr/>
                    <a:lstStyle/>
                    <a:p>
                      <a:r>
                        <a:rPr lang="en-US" sz="1800" b="1" i="0" kern="1200" dirty="0">
                          <a:solidFill>
                            <a:schemeClr val="dk1"/>
                          </a:solidFill>
                          <a:effectLst/>
                          <a:latin typeface="+mn-lt"/>
                          <a:ea typeface="+mn-ea"/>
                          <a:cs typeface="+mn-cs"/>
                        </a:rPr>
                        <a:t>Response Headers</a:t>
                      </a:r>
                      <a:endParaRPr lang="en-US" dirty="0"/>
                    </a:p>
                  </a:txBody>
                  <a:tcPr/>
                </a:tc>
                <a:tc>
                  <a:txBody>
                    <a:bodyPr/>
                    <a:lstStyle/>
                    <a:p>
                      <a:r>
                        <a:rPr lang="en-US" sz="1800" b="0" i="0" kern="1200" dirty="0">
                          <a:solidFill>
                            <a:schemeClr val="dk1"/>
                          </a:solidFill>
                          <a:effectLst/>
                          <a:latin typeface="+mn-lt"/>
                          <a:ea typeface="+mn-ea"/>
                          <a:cs typeface="+mn-cs"/>
                        </a:rPr>
                        <a:t>It can have one or more response headers</a:t>
                      </a:r>
                      <a:endParaRPr lang="en-US" dirty="0"/>
                    </a:p>
                  </a:txBody>
                  <a:tcPr/>
                </a:tc>
                <a:extLst>
                  <a:ext uri="{0D108BD9-81ED-4DB2-BD59-A6C34878D82A}">
                    <a16:rowId xmlns:a16="http://schemas.microsoft.com/office/drawing/2014/main" val="10002"/>
                  </a:ext>
                </a:extLst>
              </a:tr>
              <a:tr h="370840">
                <a:tc>
                  <a:txBody>
                    <a:bodyPr/>
                    <a:lstStyle/>
                    <a:p>
                      <a:r>
                        <a:rPr lang="en-US" sz="1800" b="1" i="0" kern="1200" dirty="0">
                          <a:solidFill>
                            <a:schemeClr val="dk1"/>
                          </a:solidFill>
                          <a:effectLst/>
                          <a:latin typeface="+mn-lt"/>
                          <a:ea typeface="+mn-ea"/>
                          <a:cs typeface="+mn-cs"/>
                        </a:rPr>
                        <a:t>Data</a:t>
                      </a:r>
                      <a:endParaRPr lang="en-US" dirty="0"/>
                    </a:p>
                  </a:txBody>
                  <a:tcPr/>
                </a:tc>
                <a:tc>
                  <a:txBody>
                    <a:bodyPr/>
                    <a:lstStyle/>
                    <a:p>
                      <a:r>
                        <a:rPr lang="en-US" sz="1800" b="0" i="0" kern="1200" dirty="0">
                          <a:solidFill>
                            <a:schemeClr val="dk1"/>
                          </a:solidFill>
                          <a:effectLst/>
                          <a:latin typeface="+mn-lt"/>
                          <a:ea typeface="+mn-ea"/>
                          <a:cs typeface="+mn-cs"/>
                        </a:rPr>
                        <a:t>Response can have data i.e. return to the client</a:t>
                      </a:r>
                      <a:endParaRPr lang="en-US" dirty="0"/>
                    </a:p>
                  </a:txBody>
                  <a:tcPr/>
                </a:tc>
                <a:extLst>
                  <a:ext uri="{0D108BD9-81ED-4DB2-BD59-A6C34878D82A}">
                    <a16:rowId xmlns:a16="http://schemas.microsoft.com/office/drawing/2014/main" val="10003"/>
                  </a:ext>
                </a:extLst>
              </a:tr>
            </a:tbl>
          </a:graphicData>
        </a:graphic>
      </p:graphicFrame>
      <p:sp>
        <p:nvSpPr>
          <p:cNvPr id="5" name="Rectangle 4"/>
          <p:cNvSpPr/>
          <p:nvPr/>
        </p:nvSpPr>
        <p:spPr>
          <a:xfrm>
            <a:off x="1442153" y="3489151"/>
            <a:ext cx="3069125" cy="814996"/>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2"/>
                </a:solidFill>
              </a:rPr>
              <a:t>Web Browser, Mobile App, Postman</a:t>
            </a:r>
            <a:r>
              <a:rPr lang="en-US" sz="2000">
                <a:solidFill>
                  <a:schemeClr val="tx2"/>
                </a:solidFill>
              </a:rPr>
              <a:t>, Scalar</a:t>
            </a:r>
            <a:endParaRPr lang="en-US" sz="2000" dirty="0">
              <a:solidFill>
                <a:schemeClr val="tx2"/>
              </a:solidFill>
            </a:endParaRPr>
          </a:p>
        </p:txBody>
      </p:sp>
      <p:sp>
        <p:nvSpPr>
          <p:cNvPr id="6" name="Rectangle 5"/>
          <p:cNvSpPr/>
          <p:nvPr/>
        </p:nvSpPr>
        <p:spPr>
          <a:xfrm>
            <a:off x="7171488" y="3487641"/>
            <a:ext cx="3069125" cy="8349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2"/>
                </a:solidFill>
              </a:rPr>
              <a:t>Server</a:t>
            </a:r>
          </a:p>
        </p:txBody>
      </p:sp>
      <p:sp>
        <p:nvSpPr>
          <p:cNvPr id="7" name="Right Arrow 6"/>
          <p:cNvSpPr/>
          <p:nvPr/>
        </p:nvSpPr>
        <p:spPr>
          <a:xfrm rot="10800000">
            <a:off x="4701401" y="3824129"/>
            <a:ext cx="2353901" cy="316871"/>
          </a:xfrm>
          <a:prstGeom prst="rightArrow">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p:cNvSpPr/>
          <p:nvPr/>
        </p:nvSpPr>
        <p:spPr>
          <a:xfrm>
            <a:off x="5098655" y="3579868"/>
            <a:ext cx="1690072" cy="2255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HTTP Response</a:t>
            </a:r>
          </a:p>
        </p:txBody>
      </p:sp>
      <p:sp>
        <p:nvSpPr>
          <p:cNvPr id="9" name="Rectangle 8"/>
          <p:cNvSpPr/>
          <p:nvPr/>
        </p:nvSpPr>
        <p:spPr>
          <a:xfrm>
            <a:off x="8014374" y="4352292"/>
            <a:ext cx="1548143" cy="253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Web Server</a:t>
            </a:r>
          </a:p>
        </p:txBody>
      </p:sp>
      <p:sp>
        <p:nvSpPr>
          <p:cNvPr id="10" name="Right Arrow 9"/>
          <p:cNvSpPr/>
          <p:nvPr/>
        </p:nvSpPr>
        <p:spPr>
          <a:xfrm rot="5400000">
            <a:off x="5489508" y="4326734"/>
            <a:ext cx="702969" cy="306811"/>
          </a:xfrm>
          <a:prstGeom prst="rightArrow">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ounded Rectangle 10"/>
          <p:cNvSpPr/>
          <p:nvPr/>
        </p:nvSpPr>
        <p:spPr>
          <a:xfrm>
            <a:off x="3685307" y="4886036"/>
            <a:ext cx="4294909" cy="33250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4"/>
                </a:solidFill>
              </a:rPr>
              <a:t>Http Status Code, Response Header(s), Data</a:t>
            </a:r>
          </a:p>
        </p:txBody>
      </p:sp>
      <p:sp>
        <p:nvSpPr>
          <p:cNvPr id="12" name="Rectangle 11"/>
          <p:cNvSpPr/>
          <p:nvPr/>
        </p:nvSpPr>
        <p:spPr>
          <a:xfrm>
            <a:off x="2098483" y="4338437"/>
            <a:ext cx="1548143" cy="253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Clients</a:t>
            </a:r>
          </a:p>
        </p:txBody>
      </p:sp>
    </p:spTree>
    <p:extLst>
      <p:ext uri="{BB962C8B-B14F-4D97-AF65-F5344CB8AC3E}">
        <p14:creationId xmlns:p14="http://schemas.microsoft.com/office/powerpoint/2010/main" val="646692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p:bldP spid="9" grpId="0"/>
      <p:bldP spid="10" grpId="0" animBg="1"/>
      <p:bldP spid="11" grpId="0" animBg="1"/>
      <p:bldP spid="1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31180" y="863444"/>
            <a:ext cx="4621975" cy="5590565"/>
          </a:xfrm>
        </p:spPr>
        <p:txBody>
          <a:bodyPr/>
          <a:lstStyle/>
          <a:p>
            <a:r>
              <a:rPr lang="en-US" dirty="0"/>
              <a:t>HTTP verbs, also known as HTTP methods, are a set of standardized actions that can be performed on resources using the HTTP (Hypertext Transfer Protocol) protocol.</a:t>
            </a:r>
          </a:p>
          <a:p>
            <a:r>
              <a:rPr lang="en-US" dirty="0"/>
              <a:t>Each HTTP request typically includes a verb/method to indicate the desired action to be taken.</a:t>
            </a:r>
          </a:p>
          <a:p>
            <a:r>
              <a:rPr lang="en-US" dirty="0"/>
              <a:t>The primary or most-commonly-used HTTP verbs are </a:t>
            </a:r>
            <a:r>
              <a:rPr lang="en-US" b="1" dirty="0"/>
              <a:t>POST</a:t>
            </a:r>
            <a:r>
              <a:rPr lang="en-US" dirty="0"/>
              <a:t>, </a:t>
            </a:r>
            <a:r>
              <a:rPr lang="en-US" b="1" dirty="0"/>
              <a:t>GET</a:t>
            </a:r>
            <a:r>
              <a:rPr lang="en-US" dirty="0"/>
              <a:t>, </a:t>
            </a:r>
            <a:r>
              <a:rPr lang="en-US" b="1" dirty="0"/>
              <a:t>PUT</a:t>
            </a:r>
            <a:r>
              <a:rPr lang="en-US" dirty="0"/>
              <a:t>, and </a:t>
            </a:r>
            <a:r>
              <a:rPr lang="en-US" b="1" dirty="0"/>
              <a:t>DELETE</a:t>
            </a:r>
            <a:r>
              <a:rPr lang="en-US" dirty="0"/>
              <a:t>. </a:t>
            </a:r>
          </a:p>
          <a:p>
            <a:endParaRPr lang="en-US" dirty="0"/>
          </a:p>
        </p:txBody>
      </p:sp>
      <p:sp>
        <p:nvSpPr>
          <p:cNvPr id="3" name="Title 2"/>
          <p:cNvSpPr>
            <a:spLocks noGrp="1"/>
          </p:cNvSpPr>
          <p:nvPr>
            <p:ph type="title"/>
          </p:nvPr>
        </p:nvSpPr>
        <p:spPr/>
        <p:txBody>
          <a:bodyPr>
            <a:normAutofit/>
          </a:bodyPr>
          <a:lstStyle/>
          <a:p>
            <a:r>
              <a:rPr lang="en-US" dirty="0"/>
              <a:t>4. HTTP Verbs or HTTP Methods</a:t>
            </a:r>
          </a:p>
        </p:txBody>
      </p:sp>
      <p:pic>
        <p:nvPicPr>
          <p:cNvPr id="8" name="Picture 7">
            <a:extLst>
              <a:ext uri="{FF2B5EF4-FFF2-40B4-BE49-F238E27FC236}">
                <a16:creationId xmlns:a16="http://schemas.microsoft.com/office/drawing/2014/main" id="{51EF2FE4-C736-8740-7E07-215EF15497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0372" y="3886895"/>
            <a:ext cx="7080448" cy="2641690"/>
          </a:xfrm>
          <a:prstGeom prst="rect">
            <a:avLst/>
          </a:prstGeom>
          <a:ln>
            <a:solidFill>
              <a:schemeClr val="tx1"/>
            </a:solidFill>
          </a:ln>
        </p:spPr>
      </p:pic>
      <p:pic>
        <p:nvPicPr>
          <p:cNvPr id="10" name="Picture 9">
            <a:extLst>
              <a:ext uri="{FF2B5EF4-FFF2-40B4-BE49-F238E27FC236}">
                <a16:creationId xmlns:a16="http://schemas.microsoft.com/office/drawing/2014/main" id="{AE9FE505-CE80-F7AE-6C14-037FF37B9E14}"/>
              </a:ext>
            </a:extLst>
          </p:cNvPr>
          <p:cNvPicPr>
            <a:picLocks noChangeAspect="1"/>
          </p:cNvPicPr>
          <p:nvPr/>
        </p:nvPicPr>
        <p:blipFill>
          <a:blip r:embed="rId3"/>
          <a:stretch>
            <a:fillRect/>
          </a:stretch>
        </p:blipFill>
        <p:spPr>
          <a:xfrm>
            <a:off x="4980372" y="845688"/>
            <a:ext cx="5192291" cy="3023451"/>
          </a:xfrm>
          <a:prstGeom prst="rect">
            <a:avLst/>
          </a:prstGeom>
          <a:ln>
            <a:solidFill>
              <a:schemeClr val="tx1"/>
            </a:solidFill>
          </a:ln>
        </p:spPr>
      </p:pic>
    </p:spTree>
    <p:extLst>
      <p:ext uri="{BB962C8B-B14F-4D97-AF65-F5344CB8AC3E}">
        <p14:creationId xmlns:p14="http://schemas.microsoft.com/office/powerpoint/2010/main" val="1430575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0FFE245-2082-F0FF-DACC-2F6008E25A44}"/>
              </a:ext>
            </a:extLst>
          </p:cNvPr>
          <p:cNvSpPr>
            <a:spLocks noGrp="1"/>
          </p:cNvSpPr>
          <p:nvPr>
            <p:ph type="title"/>
          </p:nvPr>
        </p:nvSpPr>
        <p:spPr/>
        <p:txBody>
          <a:bodyPr/>
          <a:lstStyle/>
          <a:p>
            <a:r>
              <a:rPr lang="en-IN" dirty="0"/>
              <a:t>4. HTTP Verbs or Methods – Real-World Analogies</a:t>
            </a:r>
          </a:p>
        </p:txBody>
      </p:sp>
      <p:graphicFrame>
        <p:nvGraphicFramePr>
          <p:cNvPr id="5" name="Content Placeholder 3">
            <a:extLst>
              <a:ext uri="{FF2B5EF4-FFF2-40B4-BE49-F238E27FC236}">
                <a16:creationId xmlns:a16="http://schemas.microsoft.com/office/drawing/2014/main" id="{B6FBD991-797A-C8D8-C81C-911D29F43B77}"/>
              </a:ext>
            </a:extLst>
          </p:cNvPr>
          <p:cNvGraphicFramePr>
            <a:graphicFrameLocks/>
          </p:cNvGraphicFramePr>
          <p:nvPr>
            <p:extLst>
              <p:ext uri="{D42A27DB-BD31-4B8C-83A1-F6EECF244321}">
                <p14:modId xmlns:p14="http://schemas.microsoft.com/office/powerpoint/2010/main" val="1655373316"/>
              </p:ext>
            </p:extLst>
          </p:nvPr>
        </p:nvGraphicFramePr>
        <p:xfrm>
          <a:off x="86207" y="817401"/>
          <a:ext cx="11784060" cy="2194560"/>
        </p:xfrm>
        <a:graphic>
          <a:graphicData uri="http://schemas.openxmlformats.org/drawingml/2006/table">
            <a:tbl>
              <a:tblPr firstRow="1" bandRow="1">
                <a:tableStyleId>{5C22544A-7EE6-4342-B048-85BDC9FD1C3A}</a:tableStyleId>
              </a:tblPr>
              <a:tblGrid>
                <a:gridCol w="2497195">
                  <a:extLst>
                    <a:ext uri="{9D8B030D-6E8A-4147-A177-3AD203B41FA5}">
                      <a16:colId xmlns:a16="http://schemas.microsoft.com/office/drawing/2014/main" val="4251189214"/>
                    </a:ext>
                  </a:extLst>
                </a:gridCol>
                <a:gridCol w="3130112">
                  <a:extLst>
                    <a:ext uri="{9D8B030D-6E8A-4147-A177-3AD203B41FA5}">
                      <a16:colId xmlns:a16="http://schemas.microsoft.com/office/drawing/2014/main" val="4078970561"/>
                    </a:ext>
                  </a:extLst>
                </a:gridCol>
                <a:gridCol w="3420558">
                  <a:extLst>
                    <a:ext uri="{9D8B030D-6E8A-4147-A177-3AD203B41FA5}">
                      <a16:colId xmlns:a16="http://schemas.microsoft.com/office/drawing/2014/main" val="3172010251"/>
                    </a:ext>
                  </a:extLst>
                </a:gridCol>
                <a:gridCol w="2736195">
                  <a:extLst>
                    <a:ext uri="{9D8B030D-6E8A-4147-A177-3AD203B41FA5}">
                      <a16:colId xmlns:a16="http://schemas.microsoft.com/office/drawing/2014/main" val="894977358"/>
                    </a:ext>
                  </a:extLst>
                </a:gridCol>
              </a:tblGrid>
              <a:tr h="348000">
                <a:tc>
                  <a:txBody>
                    <a:bodyPr/>
                    <a:lstStyle/>
                    <a:p>
                      <a:r>
                        <a:rPr lang="en-IN" b="1"/>
                        <a:t>HTTP Method</a:t>
                      </a:r>
                      <a:endParaRPr lang="en-IN"/>
                    </a:p>
                  </a:txBody>
                  <a:tcPr anchor="ctr"/>
                </a:tc>
                <a:tc>
                  <a:txBody>
                    <a:bodyPr/>
                    <a:lstStyle/>
                    <a:p>
                      <a:r>
                        <a:rPr lang="en-IN" b="1" dirty="0"/>
                        <a:t>Usage</a:t>
                      </a:r>
                      <a:endParaRPr lang="en-IN" dirty="0"/>
                    </a:p>
                  </a:txBody>
                  <a:tcPr anchor="ctr"/>
                </a:tc>
                <a:tc>
                  <a:txBody>
                    <a:bodyPr/>
                    <a:lstStyle/>
                    <a:p>
                      <a:r>
                        <a:rPr lang="en-IN" b="1"/>
                        <a:t>Response</a:t>
                      </a:r>
                      <a:endParaRPr lang="en-IN"/>
                    </a:p>
                  </a:txBody>
                  <a:tcPr anchor="ctr"/>
                </a:tc>
                <a:tc>
                  <a:txBody>
                    <a:bodyPr/>
                    <a:lstStyle/>
                    <a:p>
                      <a:r>
                        <a:rPr lang="en-IN" b="1" dirty="0"/>
                        <a:t>Idempotent</a:t>
                      </a:r>
                      <a:endParaRPr lang="en-IN" dirty="0"/>
                    </a:p>
                  </a:txBody>
                  <a:tcPr anchor="ctr"/>
                </a:tc>
                <a:extLst>
                  <a:ext uri="{0D108BD9-81ED-4DB2-BD59-A6C34878D82A}">
                    <a16:rowId xmlns:a16="http://schemas.microsoft.com/office/drawing/2014/main" val="3740976029"/>
                  </a:ext>
                </a:extLst>
              </a:tr>
              <a:tr h="348000">
                <a:tc>
                  <a:txBody>
                    <a:bodyPr/>
                    <a:lstStyle/>
                    <a:p>
                      <a:r>
                        <a:rPr lang="en-IN" b="1" dirty="0"/>
                        <a:t>GET (Read)</a:t>
                      </a:r>
                      <a:endParaRPr lang="en-IN" dirty="0"/>
                    </a:p>
                  </a:txBody>
                  <a:tcPr anchor="ctr"/>
                </a:tc>
                <a:tc>
                  <a:txBody>
                    <a:bodyPr/>
                    <a:lstStyle/>
                    <a:p>
                      <a:r>
                        <a:rPr lang="en-IN" dirty="0"/>
                        <a:t>Fetch data</a:t>
                      </a:r>
                    </a:p>
                  </a:txBody>
                  <a:tcPr anchor="ctr"/>
                </a:tc>
                <a:tc>
                  <a:txBody>
                    <a:bodyPr/>
                    <a:lstStyle/>
                    <a:p>
                      <a:r>
                        <a:rPr lang="en-IN"/>
                        <a:t>200 OK with data</a:t>
                      </a:r>
                    </a:p>
                  </a:txBody>
                  <a:tcPr anchor="ctr"/>
                </a:tc>
                <a:tc>
                  <a:txBody>
                    <a:bodyPr/>
                    <a:lstStyle/>
                    <a:p>
                      <a:r>
                        <a:rPr lang="en-IN"/>
                        <a:t>✅ Yes</a:t>
                      </a:r>
                    </a:p>
                  </a:txBody>
                  <a:tcPr anchor="ctr"/>
                </a:tc>
                <a:extLst>
                  <a:ext uri="{0D108BD9-81ED-4DB2-BD59-A6C34878D82A}">
                    <a16:rowId xmlns:a16="http://schemas.microsoft.com/office/drawing/2014/main" val="657403722"/>
                  </a:ext>
                </a:extLst>
              </a:tr>
              <a:tr h="348000">
                <a:tc>
                  <a:txBody>
                    <a:bodyPr/>
                    <a:lstStyle/>
                    <a:p>
                      <a:r>
                        <a:rPr lang="en-IN" b="1" dirty="0"/>
                        <a:t>POST (Create)</a:t>
                      </a:r>
                      <a:endParaRPr lang="en-IN" dirty="0"/>
                    </a:p>
                  </a:txBody>
                  <a:tcPr anchor="ctr"/>
                </a:tc>
                <a:tc>
                  <a:txBody>
                    <a:bodyPr/>
                    <a:lstStyle/>
                    <a:p>
                      <a:r>
                        <a:rPr lang="en-IN" dirty="0"/>
                        <a:t>Submit new resource</a:t>
                      </a:r>
                    </a:p>
                  </a:txBody>
                  <a:tcPr anchor="ctr"/>
                </a:tc>
                <a:tc>
                  <a:txBody>
                    <a:bodyPr/>
                    <a:lstStyle/>
                    <a:p>
                      <a:r>
                        <a:rPr lang="en-IN"/>
                        <a:t>201 Created / 200 OK</a:t>
                      </a:r>
                    </a:p>
                  </a:txBody>
                  <a:tcPr anchor="ctr"/>
                </a:tc>
                <a:tc>
                  <a:txBody>
                    <a:bodyPr/>
                    <a:lstStyle/>
                    <a:p>
                      <a:r>
                        <a:rPr lang="en-IN" dirty="0"/>
                        <a:t>❌ No</a:t>
                      </a:r>
                    </a:p>
                  </a:txBody>
                  <a:tcPr anchor="ctr"/>
                </a:tc>
                <a:extLst>
                  <a:ext uri="{0D108BD9-81ED-4DB2-BD59-A6C34878D82A}">
                    <a16:rowId xmlns:a16="http://schemas.microsoft.com/office/drawing/2014/main" val="3456468742"/>
                  </a:ext>
                </a:extLst>
              </a:tr>
              <a:tr h="348000">
                <a:tc>
                  <a:txBody>
                    <a:bodyPr/>
                    <a:lstStyle/>
                    <a:p>
                      <a:r>
                        <a:rPr lang="en-IN" b="1" dirty="0"/>
                        <a:t>PUT (Update)</a:t>
                      </a:r>
                      <a:endParaRPr lang="en-IN" dirty="0"/>
                    </a:p>
                  </a:txBody>
                  <a:tcPr anchor="ctr"/>
                </a:tc>
                <a:tc>
                  <a:txBody>
                    <a:bodyPr/>
                    <a:lstStyle/>
                    <a:p>
                      <a:r>
                        <a:rPr lang="en-IN"/>
                        <a:t>Update full resource</a:t>
                      </a:r>
                    </a:p>
                  </a:txBody>
                  <a:tcPr anchor="ctr"/>
                </a:tc>
                <a:tc>
                  <a:txBody>
                    <a:bodyPr/>
                    <a:lstStyle/>
                    <a:p>
                      <a:r>
                        <a:rPr lang="en-IN"/>
                        <a:t>200 OK / 204 No Content</a:t>
                      </a:r>
                    </a:p>
                  </a:txBody>
                  <a:tcPr anchor="ctr"/>
                </a:tc>
                <a:tc>
                  <a:txBody>
                    <a:bodyPr/>
                    <a:lstStyle/>
                    <a:p>
                      <a:r>
                        <a:rPr lang="en-IN" dirty="0"/>
                        <a:t>✅ Yes</a:t>
                      </a:r>
                    </a:p>
                  </a:txBody>
                  <a:tcPr anchor="ctr"/>
                </a:tc>
                <a:extLst>
                  <a:ext uri="{0D108BD9-81ED-4DB2-BD59-A6C34878D82A}">
                    <a16:rowId xmlns:a16="http://schemas.microsoft.com/office/drawing/2014/main" val="794412173"/>
                  </a:ext>
                </a:extLst>
              </a:tr>
              <a:tr h="348000">
                <a:tc>
                  <a:txBody>
                    <a:bodyPr/>
                    <a:lstStyle/>
                    <a:p>
                      <a:r>
                        <a:rPr lang="en-IN" b="1" dirty="0"/>
                        <a:t>PATCH (Update[Partial])</a:t>
                      </a:r>
                      <a:endParaRPr lang="en-IN" dirty="0"/>
                    </a:p>
                  </a:txBody>
                  <a:tcPr anchor="ctr"/>
                </a:tc>
                <a:tc>
                  <a:txBody>
                    <a:bodyPr/>
                    <a:lstStyle/>
                    <a:p>
                      <a:r>
                        <a:rPr lang="en-US"/>
                        <a:t>Update part of a resource</a:t>
                      </a:r>
                    </a:p>
                  </a:txBody>
                  <a:tcPr anchor="ctr"/>
                </a:tc>
                <a:tc>
                  <a:txBody>
                    <a:bodyPr/>
                    <a:lstStyle/>
                    <a:p>
                      <a:r>
                        <a:rPr lang="en-IN"/>
                        <a:t>200 OK / 204 No Content</a:t>
                      </a:r>
                    </a:p>
                  </a:txBody>
                  <a:tcPr anchor="ctr"/>
                </a:tc>
                <a:tc>
                  <a:txBody>
                    <a:bodyPr/>
                    <a:lstStyle/>
                    <a:p>
                      <a:r>
                        <a:rPr lang="en-IN" dirty="0"/>
                        <a:t>✅ Yes (ideally)</a:t>
                      </a:r>
                    </a:p>
                  </a:txBody>
                  <a:tcPr anchor="ctr"/>
                </a:tc>
                <a:extLst>
                  <a:ext uri="{0D108BD9-81ED-4DB2-BD59-A6C34878D82A}">
                    <a16:rowId xmlns:a16="http://schemas.microsoft.com/office/drawing/2014/main" val="262595674"/>
                  </a:ext>
                </a:extLst>
              </a:tr>
              <a:tr h="348000">
                <a:tc>
                  <a:txBody>
                    <a:bodyPr/>
                    <a:lstStyle/>
                    <a:p>
                      <a:r>
                        <a:rPr lang="en-IN" b="1" dirty="0"/>
                        <a:t>DELETE (Delete)</a:t>
                      </a:r>
                      <a:endParaRPr lang="en-IN" dirty="0"/>
                    </a:p>
                  </a:txBody>
                  <a:tcPr anchor="ctr"/>
                </a:tc>
                <a:tc>
                  <a:txBody>
                    <a:bodyPr/>
                    <a:lstStyle/>
                    <a:p>
                      <a:r>
                        <a:rPr lang="en-IN" dirty="0"/>
                        <a:t>Remove resource</a:t>
                      </a:r>
                    </a:p>
                  </a:txBody>
                  <a:tcPr anchor="ctr"/>
                </a:tc>
                <a:tc>
                  <a:txBody>
                    <a:bodyPr/>
                    <a:lstStyle/>
                    <a:p>
                      <a:r>
                        <a:rPr lang="en-IN" dirty="0"/>
                        <a:t>204 No Content</a:t>
                      </a:r>
                    </a:p>
                  </a:txBody>
                  <a:tcPr anchor="ctr"/>
                </a:tc>
                <a:tc>
                  <a:txBody>
                    <a:bodyPr/>
                    <a:lstStyle/>
                    <a:p>
                      <a:r>
                        <a:rPr lang="en-IN" dirty="0"/>
                        <a:t>✅ Yes</a:t>
                      </a:r>
                    </a:p>
                  </a:txBody>
                  <a:tcPr anchor="ctr"/>
                </a:tc>
                <a:extLst>
                  <a:ext uri="{0D108BD9-81ED-4DB2-BD59-A6C34878D82A}">
                    <a16:rowId xmlns:a16="http://schemas.microsoft.com/office/drawing/2014/main" val="2621648671"/>
                  </a:ext>
                </a:extLst>
              </a:tr>
            </a:tbl>
          </a:graphicData>
        </a:graphic>
      </p:graphicFrame>
      <p:sp>
        <p:nvSpPr>
          <p:cNvPr id="6" name="TextBox 5">
            <a:extLst>
              <a:ext uri="{FF2B5EF4-FFF2-40B4-BE49-F238E27FC236}">
                <a16:creationId xmlns:a16="http://schemas.microsoft.com/office/drawing/2014/main" id="{DF3B4DB9-F786-B868-2CC8-2BAA0CCA226D}"/>
              </a:ext>
            </a:extLst>
          </p:cNvPr>
          <p:cNvSpPr txBox="1"/>
          <p:nvPr/>
        </p:nvSpPr>
        <p:spPr>
          <a:xfrm>
            <a:off x="10532534" y="147919"/>
            <a:ext cx="1337733" cy="442674"/>
          </a:xfrm>
          <a:prstGeom prst="roundRect">
            <a:avLst/>
          </a:prstGeom>
          <a:solidFill>
            <a:schemeClr val="accent1">
              <a:lumMod val="20000"/>
              <a:lumOff val="80000"/>
            </a:schemeClr>
          </a:solidFill>
        </p:spPr>
        <p:txBody>
          <a:bodyPr wrap="square" rtlCol="0">
            <a:spAutoFit/>
          </a:bodyPr>
          <a:lstStyle/>
          <a:p>
            <a:r>
              <a:rPr lang="en-US" sz="2000" b="1" dirty="0">
                <a:solidFill>
                  <a:schemeClr val="accent6"/>
                </a:solidFill>
              </a:rPr>
              <a:t>Remember</a:t>
            </a:r>
            <a:endParaRPr lang="en-IN" sz="2000" b="1" dirty="0">
              <a:solidFill>
                <a:schemeClr val="accent6"/>
              </a:solidFill>
            </a:endParaRPr>
          </a:p>
        </p:txBody>
      </p:sp>
    </p:spTree>
    <p:extLst>
      <p:ext uri="{BB962C8B-B14F-4D97-AF65-F5344CB8AC3E}">
        <p14:creationId xmlns:p14="http://schemas.microsoft.com/office/powerpoint/2010/main" val="879204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717183798"/>
              </p:ext>
            </p:extLst>
          </p:nvPr>
        </p:nvGraphicFramePr>
        <p:xfrm>
          <a:off x="131763" y="863600"/>
          <a:ext cx="11928476" cy="4668520"/>
        </p:xfrm>
        <a:graphic>
          <a:graphicData uri="http://schemas.openxmlformats.org/drawingml/2006/table">
            <a:tbl>
              <a:tblPr firstRow="1" bandRow="1">
                <a:tableStyleId>{5C22544A-7EE6-4342-B048-85BDC9FD1C3A}</a:tableStyleId>
              </a:tblPr>
              <a:tblGrid>
                <a:gridCol w="1697037">
                  <a:extLst>
                    <a:ext uri="{9D8B030D-6E8A-4147-A177-3AD203B41FA5}">
                      <a16:colId xmlns:a16="http://schemas.microsoft.com/office/drawing/2014/main" val="20000"/>
                    </a:ext>
                  </a:extLst>
                </a:gridCol>
                <a:gridCol w="10231439">
                  <a:extLst>
                    <a:ext uri="{9D8B030D-6E8A-4147-A177-3AD203B41FA5}">
                      <a16:colId xmlns:a16="http://schemas.microsoft.com/office/drawing/2014/main" val="20001"/>
                    </a:ext>
                  </a:extLst>
                </a:gridCol>
              </a:tblGrid>
              <a:tr h="370840">
                <a:tc>
                  <a:txBody>
                    <a:bodyPr/>
                    <a:lstStyle/>
                    <a:p>
                      <a:pPr algn="ctr"/>
                      <a:r>
                        <a:rPr lang="en-US" dirty="0"/>
                        <a:t>Method</a:t>
                      </a:r>
                    </a:p>
                  </a:txBody>
                  <a:tcPr/>
                </a:tc>
                <a:tc>
                  <a:txBody>
                    <a:bodyPr/>
                    <a:lstStyle/>
                    <a:p>
                      <a:r>
                        <a:rPr lang="en-US" dirty="0"/>
                        <a:t>Description</a:t>
                      </a:r>
                    </a:p>
                  </a:txBody>
                  <a:tcPr/>
                </a:tc>
                <a:extLst>
                  <a:ext uri="{0D108BD9-81ED-4DB2-BD59-A6C34878D82A}">
                    <a16:rowId xmlns:a16="http://schemas.microsoft.com/office/drawing/2014/main" val="10000"/>
                  </a:ext>
                </a:extLst>
              </a:tr>
              <a:tr h="370840">
                <a:tc>
                  <a:txBody>
                    <a:bodyPr/>
                    <a:lstStyle/>
                    <a:p>
                      <a:pPr algn="ctr"/>
                      <a:r>
                        <a:rPr lang="en-US" b="1" dirty="0"/>
                        <a:t>PUT</a:t>
                      </a:r>
                    </a:p>
                  </a:txBody>
                  <a:tcPr anchor="ctr"/>
                </a:tc>
                <a:tc>
                  <a:txBody>
                    <a:bodyPr/>
                    <a:lstStyle/>
                    <a:p>
                      <a:pPr marL="285750" indent="-285750" algn="just">
                        <a:buFont typeface="Wingdings" panose="05000000000000000000" pitchFamily="2" charset="2"/>
                        <a:buChar char="ü"/>
                      </a:pPr>
                      <a:r>
                        <a:rPr lang="en-US" sz="1800" b="0" i="0" kern="1200" dirty="0">
                          <a:solidFill>
                            <a:schemeClr val="dk1"/>
                          </a:solidFill>
                          <a:effectLst/>
                          <a:latin typeface="+mn-lt"/>
                          <a:ea typeface="+mn-ea"/>
                          <a:cs typeface="+mn-cs"/>
                        </a:rPr>
                        <a:t>The PUT method is used to update all the properties of the current resource in the database.</a:t>
                      </a:r>
                    </a:p>
                    <a:p>
                      <a:pPr marL="285750" indent="-285750" algn="just">
                        <a:buFont typeface="Wingdings" panose="05000000000000000000" pitchFamily="2" charset="2"/>
                        <a:buChar char="ü"/>
                      </a:pPr>
                      <a:r>
                        <a:rPr lang="en-US" sz="1800" b="0" i="0" kern="1200" dirty="0">
                          <a:solidFill>
                            <a:schemeClr val="dk1"/>
                          </a:solidFill>
                          <a:effectLst/>
                          <a:latin typeface="+mn-lt"/>
                          <a:ea typeface="+mn-ea"/>
                          <a:cs typeface="+mn-cs"/>
                        </a:rPr>
                        <a:t>If we want to update all properties of a particular product (i.e. current resource) then we need to use PUT HTTP Request.</a:t>
                      </a:r>
                    </a:p>
                    <a:p>
                      <a:pPr marL="285750" indent="-285750" algn="just">
                        <a:buFont typeface="Wingdings" panose="05000000000000000000" pitchFamily="2" charset="2"/>
                        <a:buChar char="ü"/>
                      </a:pPr>
                      <a:r>
                        <a:rPr lang="en-US" sz="1800" b="0" i="0" kern="1200" dirty="0">
                          <a:solidFill>
                            <a:schemeClr val="dk1"/>
                          </a:solidFill>
                          <a:effectLst/>
                          <a:latin typeface="+mn-lt"/>
                          <a:ea typeface="+mn-ea"/>
                          <a:cs typeface="+mn-cs"/>
                        </a:rPr>
                        <a:t>So, whenever you want to update all the properties (column) of a resource (existing record in the database)</a:t>
                      </a:r>
                    </a:p>
                    <a:p>
                      <a:pPr marL="285750" indent="-285750" algn="just">
                        <a:buFont typeface="Wingdings" panose="05000000000000000000" pitchFamily="2" charset="2"/>
                        <a:buChar char="ü"/>
                      </a:pPr>
                      <a:r>
                        <a:rPr lang="en-US" sz="1800" b="0" i="0" kern="1200" dirty="0">
                          <a:solidFill>
                            <a:schemeClr val="dk1"/>
                          </a:solidFill>
                          <a:effectLst/>
                          <a:latin typeface="+mn-lt"/>
                          <a:ea typeface="+mn-ea"/>
                          <a:cs typeface="+mn-cs"/>
                        </a:rPr>
                        <a:t>It is idempotent.</a:t>
                      </a:r>
                      <a:endParaRPr lang="en-US" sz="1800" dirty="0"/>
                    </a:p>
                  </a:txBody>
                  <a:tcPr/>
                </a:tc>
                <a:extLst>
                  <a:ext uri="{0D108BD9-81ED-4DB2-BD59-A6C34878D82A}">
                    <a16:rowId xmlns:a16="http://schemas.microsoft.com/office/drawing/2014/main" val="10002"/>
                  </a:ext>
                </a:extLst>
              </a:tr>
              <a:tr h="370840">
                <a:tc>
                  <a:txBody>
                    <a:bodyPr/>
                    <a:lstStyle/>
                    <a:p>
                      <a:pPr algn="ctr"/>
                      <a:r>
                        <a:rPr lang="en-US" sz="1800" b="1" i="0" kern="1200" dirty="0">
                          <a:solidFill>
                            <a:schemeClr val="dk1"/>
                          </a:solidFill>
                          <a:effectLst/>
                          <a:latin typeface="+mn-lt"/>
                          <a:ea typeface="+mn-ea"/>
                          <a:cs typeface="+mn-cs"/>
                        </a:rPr>
                        <a:t>PATCH</a:t>
                      </a:r>
                      <a:endParaRPr lang="en-US" dirty="0"/>
                    </a:p>
                  </a:txBody>
                  <a:tcPr anchor="ctr"/>
                </a:tc>
                <a:tc>
                  <a:txBody>
                    <a:bodyPr/>
                    <a:lstStyle/>
                    <a:p>
                      <a:pPr marL="285750" indent="-285750" algn="just">
                        <a:buFont typeface="Wingdings" panose="05000000000000000000" pitchFamily="2" charset="2"/>
                        <a:buChar char="ü"/>
                      </a:pPr>
                      <a:r>
                        <a:rPr lang="en-US" sz="1800" b="0" i="0" kern="1200" dirty="0">
                          <a:solidFill>
                            <a:schemeClr val="dk1"/>
                          </a:solidFill>
                          <a:effectLst/>
                          <a:latin typeface="+mn-lt"/>
                          <a:ea typeface="+mn-ea"/>
                          <a:cs typeface="+mn-cs"/>
                        </a:rPr>
                        <a:t>There are some situations where you don’t want to update all the properties of an existing resource instead you want to update a few of the properties, then you need to use the PATCH method.</a:t>
                      </a:r>
                    </a:p>
                    <a:p>
                      <a:pPr marL="285750" indent="-285750" algn="just">
                        <a:buFont typeface="Wingdings" panose="05000000000000000000" pitchFamily="2" charset="2"/>
                        <a:buChar char="ü"/>
                      </a:pPr>
                      <a:r>
                        <a:rPr lang="en-US" sz="1800" b="0" i="0" kern="1200" dirty="0">
                          <a:solidFill>
                            <a:schemeClr val="dk1"/>
                          </a:solidFill>
                          <a:effectLst/>
                          <a:latin typeface="+mn-lt"/>
                          <a:ea typeface="+mn-ea"/>
                          <a:cs typeface="+mn-cs"/>
                        </a:rPr>
                        <a:t>So, the PATCH method is similar to the PUT method, but it is used to update a few properties of the current resource in the database.</a:t>
                      </a:r>
                    </a:p>
                    <a:p>
                      <a:pPr marL="285750" indent="-285750" algn="just">
                        <a:buFont typeface="Wingdings" panose="05000000000000000000" pitchFamily="2" charset="2"/>
                        <a:buChar char="ü"/>
                      </a:pPr>
                      <a:r>
                        <a:rPr lang="en-US" sz="1800" b="0" i="0" kern="1200" dirty="0">
                          <a:solidFill>
                            <a:schemeClr val="dk1"/>
                          </a:solidFill>
                          <a:effectLst/>
                          <a:latin typeface="+mn-lt"/>
                          <a:ea typeface="+mn-ea"/>
                          <a:cs typeface="+mn-cs"/>
                        </a:rPr>
                        <a:t>For example, if you want to update a few properties (columns) of an existing product then you need to use the PATCH method. </a:t>
                      </a:r>
                    </a:p>
                    <a:p>
                      <a:pPr marL="285750" indent="-285750" algn="just">
                        <a:buFont typeface="Wingdings" panose="05000000000000000000" pitchFamily="2" charset="2"/>
                        <a:buChar char="ü"/>
                      </a:pPr>
                      <a:r>
                        <a:rPr lang="en-US" sz="1800" b="0" i="0" kern="1200" dirty="0">
                          <a:solidFill>
                            <a:schemeClr val="dk1"/>
                          </a:solidFill>
                          <a:effectLst/>
                          <a:latin typeface="+mn-lt"/>
                          <a:ea typeface="+mn-ea"/>
                          <a:cs typeface="+mn-cs"/>
                        </a:rPr>
                        <a:t>That means if your Product table contains 10 columns, and you want to update only four columns of an existing product, then you need to use the PATCH method.</a:t>
                      </a:r>
                    </a:p>
                    <a:p>
                      <a:pPr marL="285750" indent="-285750" algn="just">
                        <a:buFont typeface="Wingdings" panose="05000000000000000000" pitchFamily="2" charset="2"/>
                        <a:buChar char="ü"/>
                      </a:pPr>
                      <a:r>
                        <a:rPr lang="en-US" sz="1800" b="0" i="0" kern="1200" dirty="0">
                          <a:solidFill>
                            <a:schemeClr val="dk1"/>
                          </a:solidFill>
                          <a:effectLst/>
                          <a:latin typeface="+mn-lt"/>
                          <a:ea typeface="+mn-ea"/>
                          <a:cs typeface="+mn-cs"/>
                        </a:rPr>
                        <a:t>So, it applies partial modifications to a resource. It is used to update only specific parts of a resource, rather than replacing the entire resource.</a:t>
                      </a:r>
                      <a:endParaRPr lang="en-US" sz="1800" dirty="0"/>
                    </a:p>
                  </a:txBody>
                  <a:tcPr/>
                </a:tc>
                <a:extLst>
                  <a:ext uri="{0D108BD9-81ED-4DB2-BD59-A6C34878D82A}">
                    <a16:rowId xmlns:a16="http://schemas.microsoft.com/office/drawing/2014/main" val="985029143"/>
                  </a:ext>
                </a:extLst>
              </a:tr>
            </a:tbl>
          </a:graphicData>
        </a:graphic>
      </p:graphicFrame>
      <p:sp>
        <p:nvSpPr>
          <p:cNvPr id="3" name="Title 2"/>
          <p:cNvSpPr>
            <a:spLocks noGrp="1"/>
          </p:cNvSpPr>
          <p:nvPr>
            <p:ph type="title"/>
          </p:nvPr>
        </p:nvSpPr>
        <p:spPr/>
        <p:txBody>
          <a:bodyPr/>
          <a:lstStyle/>
          <a:p>
            <a:r>
              <a:rPr lang="en-US" dirty="0"/>
              <a:t>4. HTTP Verbs or HTTP Methods (PUT v/s PATCH)</a:t>
            </a:r>
          </a:p>
        </p:txBody>
      </p:sp>
    </p:spTree>
    <p:extLst>
      <p:ext uri="{BB962C8B-B14F-4D97-AF65-F5344CB8AC3E}">
        <p14:creationId xmlns:p14="http://schemas.microsoft.com/office/powerpoint/2010/main" val="30107566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53A7896-DA25-FB37-0A5D-A31807537B46}"/>
              </a:ext>
            </a:extLst>
          </p:cNvPr>
          <p:cNvSpPr>
            <a:spLocks noGrp="1"/>
          </p:cNvSpPr>
          <p:nvPr>
            <p:ph type="title"/>
          </p:nvPr>
        </p:nvSpPr>
        <p:spPr/>
        <p:txBody>
          <a:bodyPr/>
          <a:lstStyle/>
          <a:p>
            <a:r>
              <a:rPr lang="en-US" dirty="0"/>
              <a:t>5. HTTP Status Codes</a:t>
            </a:r>
            <a:endParaRPr lang="en-IN" dirty="0"/>
          </a:p>
        </p:txBody>
      </p:sp>
      <p:pic>
        <p:nvPicPr>
          <p:cNvPr id="7" name="Picture 6">
            <a:extLst>
              <a:ext uri="{FF2B5EF4-FFF2-40B4-BE49-F238E27FC236}">
                <a16:creationId xmlns:a16="http://schemas.microsoft.com/office/drawing/2014/main" id="{AEC523D1-C513-9A5B-119A-82A4118BE7BF}"/>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40000"/>
                    </a14:imgEffect>
                  </a14:imgLayer>
                </a14:imgProps>
              </a:ext>
            </a:extLst>
          </a:blip>
          <a:stretch>
            <a:fillRect/>
          </a:stretch>
        </p:blipFill>
        <p:spPr>
          <a:xfrm>
            <a:off x="1713390" y="965702"/>
            <a:ext cx="7981026" cy="5320684"/>
          </a:xfrm>
          <a:prstGeom prst="rect">
            <a:avLst/>
          </a:prstGeom>
        </p:spPr>
      </p:pic>
    </p:spTree>
    <p:extLst>
      <p:ext uri="{BB962C8B-B14F-4D97-AF65-F5344CB8AC3E}">
        <p14:creationId xmlns:p14="http://schemas.microsoft.com/office/powerpoint/2010/main" val="528397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fr-FR" b="1" dirty="0"/>
              <a:t>1XX</a:t>
            </a:r>
            <a:r>
              <a:rPr lang="fr-FR" dirty="0"/>
              <a:t>: </a:t>
            </a:r>
            <a:r>
              <a:rPr lang="fr-FR" b="1" dirty="0">
                <a:solidFill>
                  <a:schemeClr val="tx2"/>
                </a:solidFill>
              </a:rPr>
              <a:t>Informational Response </a:t>
            </a:r>
            <a:r>
              <a:rPr lang="fr-FR" b="1" dirty="0"/>
              <a:t>(</a:t>
            </a:r>
            <a:r>
              <a:rPr lang="fr-FR" sz="2000" i="1" dirty="0"/>
              <a:t>Example: 100, 101, 102, etc.</a:t>
            </a:r>
            <a:r>
              <a:rPr lang="fr-FR" b="1" dirty="0"/>
              <a:t>)</a:t>
            </a:r>
            <a:endParaRPr lang="fr-FR" dirty="0"/>
          </a:p>
          <a:p>
            <a:pPr lvl="1"/>
            <a:r>
              <a:rPr lang="en-US" dirty="0"/>
              <a:t>Status codes in the 1xx range </a:t>
            </a:r>
            <a:r>
              <a:rPr lang="en-US" b="1" dirty="0"/>
              <a:t>indicate that the server has received the client’s request</a:t>
            </a:r>
            <a:r>
              <a:rPr lang="en-US" dirty="0"/>
              <a:t> and is continuing the process.</a:t>
            </a:r>
          </a:p>
          <a:p>
            <a:pPr lvl="1"/>
            <a:r>
              <a:rPr lang="en-US" dirty="0"/>
              <a:t>These codes are primarily used for informational purposes and do not typically require any action from the client.</a:t>
            </a:r>
          </a:p>
          <a:p>
            <a:r>
              <a:rPr lang="en-US" b="1" dirty="0"/>
              <a:t>2XX</a:t>
            </a:r>
            <a:r>
              <a:rPr lang="en-US" dirty="0"/>
              <a:t>: </a:t>
            </a:r>
            <a:r>
              <a:rPr lang="en-US" b="1" dirty="0">
                <a:solidFill>
                  <a:schemeClr val="accent4"/>
                </a:solidFill>
              </a:rPr>
              <a:t>Successful Response </a:t>
            </a:r>
            <a:r>
              <a:rPr lang="en-US" b="1" dirty="0"/>
              <a:t>(</a:t>
            </a:r>
            <a:r>
              <a:rPr lang="en-US" sz="2000" i="1" dirty="0"/>
              <a:t>Example. 200, 201, 203, 204, etc.</a:t>
            </a:r>
            <a:r>
              <a:rPr lang="en-US" b="1" dirty="0"/>
              <a:t>)</a:t>
            </a:r>
          </a:p>
          <a:p>
            <a:pPr lvl="1"/>
            <a:r>
              <a:rPr lang="en-US" dirty="0"/>
              <a:t>Whenever you get 2XX as the response code, </a:t>
            </a:r>
            <a:r>
              <a:rPr lang="en-US" b="1" dirty="0"/>
              <a:t>it means the request is successful</a:t>
            </a:r>
            <a:r>
              <a:rPr lang="en-US" dirty="0"/>
              <a:t>. </a:t>
            </a:r>
          </a:p>
          <a:p>
            <a:pPr lvl="1"/>
            <a:r>
              <a:rPr lang="en-US" dirty="0"/>
              <a:t>Status codes in the 2xx range indicate that the client’s request was successfully received, understood, and accepted by the server. </a:t>
            </a:r>
          </a:p>
          <a:p>
            <a:pPr lvl="1"/>
            <a:r>
              <a:rPr lang="en-US" dirty="0"/>
              <a:t>These codes typically indicate that the requested action was successfully completed.</a:t>
            </a:r>
          </a:p>
          <a:p>
            <a:r>
              <a:rPr lang="fr-FR" b="1" dirty="0"/>
              <a:t>3XX</a:t>
            </a:r>
            <a:r>
              <a:rPr lang="fr-FR" dirty="0"/>
              <a:t>: </a:t>
            </a:r>
            <a:r>
              <a:rPr lang="fr-FR" b="1" dirty="0">
                <a:solidFill>
                  <a:schemeClr val="accent5"/>
                </a:solidFill>
              </a:rPr>
              <a:t>Redirection Response </a:t>
            </a:r>
            <a:r>
              <a:rPr lang="fr-FR" b="1" dirty="0"/>
              <a:t>(</a:t>
            </a:r>
            <a:r>
              <a:rPr lang="fr-FR" sz="2000" i="1" dirty="0"/>
              <a:t>Example. 301, 302, 304, etc.</a:t>
            </a:r>
            <a:r>
              <a:rPr lang="fr-FR" b="1" dirty="0"/>
              <a:t>)</a:t>
            </a:r>
          </a:p>
          <a:p>
            <a:pPr lvl="1"/>
            <a:r>
              <a:rPr lang="en-US" dirty="0"/>
              <a:t>Whenever you get 3XX as the response code, </a:t>
            </a:r>
            <a:r>
              <a:rPr lang="en-US" b="1" dirty="0"/>
              <a:t>it means it is re-directional </a:t>
            </a:r>
            <a:r>
              <a:rPr lang="en-US" dirty="0"/>
              <a:t>i.e. some re-directional is happening on the server.</a:t>
            </a:r>
          </a:p>
          <a:p>
            <a:pPr lvl="1"/>
            <a:r>
              <a:rPr lang="en-US" dirty="0"/>
              <a:t>Status codes in the 3xx range indicate that further action is needed by the client to complete the request.</a:t>
            </a:r>
          </a:p>
          <a:p>
            <a:pPr lvl="1"/>
            <a:r>
              <a:rPr lang="en-US" dirty="0"/>
              <a:t>These codes are used when a resource has been moved or is temporarily unavailable, and the client needs to take additional steps to access the resource.	</a:t>
            </a:r>
            <a:endParaRPr lang="fr-FR" dirty="0"/>
          </a:p>
        </p:txBody>
      </p:sp>
      <p:sp>
        <p:nvSpPr>
          <p:cNvPr id="3" name="Title 2"/>
          <p:cNvSpPr>
            <a:spLocks noGrp="1"/>
          </p:cNvSpPr>
          <p:nvPr>
            <p:ph type="title"/>
          </p:nvPr>
        </p:nvSpPr>
        <p:spPr/>
        <p:txBody>
          <a:bodyPr/>
          <a:lstStyle/>
          <a:p>
            <a:r>
              <a:rPr lang="en-US" dirty="0"/>
              <a:t>5. HTTP Status Codes Cont..</a:t>
            </a:r>
          </a:p>
        </p:txBody>
      </p:sp>
    </p:spTree>
    <p:extLst>
      <p:ext uri="{BB962C8B-B14F-4D97-AF65-F5344CB8AC3E}">
        <p14:creationId xmlns:p14="http://schemas.microsoft.com/office/powerpoint/2010/main" val="1895787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fontAlgn="base"/>
            <a:r>
              <a:rPr lang="en-US" b="1" dirty="0"/>
              <a:t>4XX</a:t>
            </a:r>
            <a:r>
              <a:rPr lang="en-US" dirty="0"/>
              <a:t>: </a:t>
            </a:r>
            <a:r>
              <a:rPr lang="en-US" b="1" dirty="0">
                <a:solidFill>
                  <a:schemeClr val="accent6"/>
                </a:solidFill>
              </a:rPr>
              <a:t>Client Error Response </a:t>
            </a:r>
            <a:r>
              <a:rPr lang="en-US" b="1" dirty="0"/>
              <a:t>(</a:t>
            </a:r>
            <a:r>
              <a:rPr lang="en-US" sz="2000" i="1" dirty="0"/>
              <a:t>Example: 400, 401, 404, 405, etc.</a:t>
            </a:r>
            <a:r>
              <a:rPr lang="en-US" b="1" dirty="0"/>
              <a:t>)</a:t>
            </a:r>
            <a:endParaRPr lang="en-US" dirty="0"/>
          </a:p>
          <a:p>
            <a:pPr lvl="1" fontAlgn="base"/>
            <a:r>
              <a:rPr lang="en-US" dirty="0"/>
              <a:t>Whenever you get 4XX as the response code, </a:t>
            </a:r>
            <a:r>
              <a:rPr lang="en-US" b="1" dirty="0"/>
              <a:t>it means there is some problem with your request</a:t>
            </a:r>
            <a:r>
              <a:rPr lang="en-US" dirty="0"/>
              <a:t>.</a:t>
            </a:r>
          </a:p>
          <a:p>
            <a:pPr lvl="1" fontAlgn="base"/>
            <a:r>
              <a:rPr lang="en-US" dirty="0"/>
              <a:t>Status codes in the 4xx range indicate that the client’s request was not successful due to an error on the client’s side.</a:t>
            </a:r>
          </a:p>
          <a:p>
            <a:pPr lvl="1" fontAlgn="base"/>
            <a:r>
              <a:rPr lang="en-US" dirty="0"/>
              <a:t>These codes are often associated with issues such as </a:t>
            </a:r>
            <a:r>
              <a:rPr lang="en-US" b="1" dirty="0"/>
              <a:t>invalid requests, unauthorized access, or missing resources</a:t>
            </a:r>
            <a:r>
              <a:rPr lang="en-US" dirty="0"/>
              <a:t>.</a:t>
            </a:r>
          </a:p>
          <a:p>
            <a:pPr fontAlgn="base"/>
            <a:r>
              <a:rPr lang="en-US" b="1" dirty="0"/>
              <a:t>5XX</a:t>
            </a:r>
            <a:r>
              <a:rPr lang="en-US" dirty="0"/>
              <a:t>: </a:t>
            </a:r>
            <a:r>
              <a:rPr lang="en-US" b="1" dirty="0">
                <a:solidFill>
                  <a:srgbClr val="F54337"/>
                </a:solidFill>
              </a:rPr>
              <a:t>Server Error Response </a:t>
            </a:r>
            <a:r>
              <a:rPr lang="en-US" b="1" dirty="0"/>
              <a:t>(</a:t>
            </a:r>
            <a:r>
              <a:rPr lang="en-US" sz="2000" i="1" dirty="0"/>
              <a:t>Example: 500, 502, 503, 504, etc.</a:t>
            </a:r>
            <a:r>
              <a:rPr lang="en-US" b="1" dirty="0"/>
              <a:t>)</a:t>
            </a:r>
            <a:endParaRPr lang="en-US" dirty="0"/>
          </a:p>
          <a:p>
            <a:pPr lvl="1" fontAlgn="base"/>
            <a:r>
              <a:rPr lang="en-US" dirty="0"/>
              <a:t>Whenever you get 5XX as the response code, it means there is some problem in the server.</a:t>
            </a:r>
          </a:p>
          <a:p>
            <a:pPr lvl="1" fontAlgn="base"/>
            <a:r>
              <a:rPr lang="en-US" dirty="0"/>
              <a:t>Status codes in the 5xx range indicate that the server encountered an error while processing the client’s request.</a:t>
            </a:r>
          </a:p>
          <a:p>
            <a:pPr lvl="1" fontAlgn="base"/>
            <a:r>
              <a:rPr lang="en-US" dirty="0"/>
              <a:t>These codes are typically associated with issues on the server side, indicating that the requested action could not be completed due to server-related problems.</a:t>
            </a:r>
          </a:p>
        </p:txBody>
      </p:sp>
      <p:sp>
        <p:nvSpPr>
          <p:cNvPr id="3" name="Title 2"/>
          <p:cNvSpPr>
            <a:spLocks noGrp="1"/>
          </p:cNvSpPr>
          <p:nvPr>
            <p:ph type="title"/>
          </p:nvPr>
        </p:nvSpPr>
        <p:spPr/>
        <p:txBody>
          <a:bodyPr/>
          <a:lstStyle/>
          <a:p>
            <a:r>
              <a:rPr lang="en-US" dirty="0"/>
              <a:t>5. HTTP Status Codes Cont..</a:t>
            </a:r>
          </a:p>
        </p:txBody>
      </p:sp>
    </p:spTree>
    <p:extLst>
      <p:ext uri="{BB962C8B-B14F-4D97-AF65-F5344CB8AC3E}">
        <p14:creationId xmlns:p14="http://schemas.microsoft.com/office/powerpoint/2010/main" val="717447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gradFill flip="none" rotWithShape="1">
                  <a:gsLst>
                    <a:gs pos="10000">
                      <a:schemeClr val="accent6">
                        <a:lumMod val="50000"/>
                      </a:schemeClr>
                    </a:gs>
                    <a:gs pos="100000">
                      <a:schemeClr val="accent6"/>
                    </a:gs>
                  </a:gsLst>
                  <a:lin ang="0" scaled="1"/>
                  <a:tileRect/>
                </a:gradFill>
              </a:rPr>
              <a:t>Problems Without Web APIs</a:t>
            </a:r>
          </a:p>
        </p:txBody>
      </p:sp>
      <p:sp>
        <p:nvSpPr>
          <p:cNvPr id="5" name="Text Placeholder 4"/>
          <p:cNvSpPr>
            <a:spLocks noGrp="1"/>
          </p:cNvSpPr>
          <p:nvPr>
            <p:ph type="body" idx="1"/>
          </p:nvPr>
        </p:nvSpPr>
        <p:spPr/>
        <p:txBody>
          <a:bodyPr/>
          <a:lstStyle/>
          <a:p>
            <a:r>
              <a:rPr lang="en-US" dirty="0"/>
              <a:t>Section - 2</a:t>
            </a:r>
          </a:p>
        </p:txBody>
      </p:sp>
    </p:spTree>
    <p:extLst>
      <p:ext uri="{BB962C8B-B14F-4D97-AF65-F5344CB8AC3E}">
        <p14:creationId xmlns:p14="http://schemas.microsoft.com/office/powerpoint/2010/main" val="12751770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37250794"/>
              </p:ext>
            </p:extLst>
          </p:nvPr>
        </p:nvGraphicFramePr>
        <p:xfrm>
          <a:off x="84137" y="863600"/>
          <a:ext cx="4325938" cy="2621280"/>
        </p:xfrm>
        <a:graphic>
          <a:graphicData uri="http://schemas.openxmlformats.org/drawingml/2006/table">
            <a:tbl>
              <a:tblPr firstRow="1" bandRow="1">
                <a:tableStyleId>{5C22544A-7EE6-4342-B048-85BDC9FD1C3A}</a:tableStyleId>
              </a:tblPr>
              <a:tblGrid>
                <a:gridCol w="4325938">
                  <a:extLst>
                    <a:ext uri="{9D8B030D-6E8A-4147-A177-3AD203B41FA5}">
                      <a16:colId xmlns:a16="http://schemas.microsoft.com/office/drawing/2014/main" val="20000"/>
                    </a:ext>
                  </a:extLst>
                </a:gridCol>
              </a:tblGrid>
              <a:tr h="370840">
                <a:tc>
                  <a:txBody>
                    <a:bodyPr/>
                    <a:lstStyle/>
                    <a:p>
                      <a:r>
                        <a:rPr lang="en-US" sz="2000" b="1" i="0" kern="1200" dirty="0">
                          <a:solidFill>
                            <a:schemeClr val="lt1"/>
                          </a:solidFill>
                          <a:effectLst/>
                          <a:latin typeface="+mn-lt"/>
                          <a:ea typeface="+mn-ea"/>
                          <a:cs typeface="+mn-cs"/>
                        </a:rPr>
                        <a:t>1. Duplicate logic for each Application</a:t>
                      </a:r>
                      <a:endParaRPr lang="en-US" sz="2000" dirty="0"/>
                    </a:p>
                  </a:txBody>
                  <a:tcPr/>
                </a:tc>
                <a:extLst>
                  <a:ext uri="{0D108BD9-81ED-4DB2-BD59-A6C34878D82A}">
                    <a16:rowId xmlns:a16="http://schemas.microsoft.com/office/drawing/2014/main" val="10000"/>
                  </a:ext>
                </a:extLst>
              </a:tr>
              <a:tr h="370840">
                <a:tc>
                  <a:txBody>
                    <a:bodyPr/>
                    <a:lstStyle/>
                    <a:p>
                      <a:pPr marL="285750" indent="-285750" algn="just">
                        <a:buFont typeface="Wingdings" panose="05000000000000000000" pitchFamily="2" charset="2"/>
                        <a:buChar char="Ø"/>
                      </a:pPr>
                      <a:r>
                        <a:rPr lang="en-US" sz="2000" b="0" i="0" kern="1200" dirty="0">
                          <a:solidFill>
                            <a:schemeClr val="dk1"/>
                          </a:solidFill>
                          <a:effectLst/>
                          <a:latin typeface="+mn-lt"/>
                          <a:ea typeface="+mn-ea"/>
                          <a:cs typeface="+mn-cs"/>
                        </a:rPr>
                        <a:t>The business should have some business logic. </a:t>
                      </a:r>
                    </a:p>
                    <a:p>
                      <a:pPr marL="285750" indent="-285750" algn="just">
                        <a:buFont typeface="Wingdings" panose="05000000000000000000" pitchFamily="2" charset="2"/>
                        <a:buChar char="Ø"/>
                      </a:pPr>
                      <a:r>
                        <a:rPr lang="en-US" sz="2000" b="0" i="0" kern="1200" dirty="0">
                          <a:solidFill>
                            <a:schemeClr val="dk1"/>
                          </a:solidFill>
                          <a:effectLst/>
                          <a:latin typeface="+mn-lt"/>
                          <a:ea typeface="+mn-ea"/>
                          <a:cs typeface="+mn-cs"/>
                        </a:rPr>
                        <a:t>We will write the same logic for each application type, which means repeating the same logic for each type of application. </a:t>
                      </a:r>
                    </a:p>
                    <a:p>
                      <a:pPr marL="285750" indent="-285750" algn="just">
                        <a:buFont typeface="Wingdings" panose="05000000000000000000" pitchFamily="2" charset="2"/>
                        <a:buChar char="Ø"/>
                      </a:pPr>
                      <a:r>
                        <a:rPr lang="en-US" sz="2000" b="0" i="0" kern="1200" dirty="0">
                          <a:solidFill>
                            <a:schemeClr val="dk1"/>
                          </a:solidFill>
                          <a:effectLst/>
                          <a:latin typeface="+mn-lt"/>
                          <a:ea typeface="+mn-ea"/>
                          <a:cs typeface="+mn-cs"/>
                        </a:rPr>
                        <a:t>This will duplicate our code.</a:t>
                      </a:r>
                      <a:endParaRPr lang="en-US" sz="2000" dirty="0"/>
                    </a:p>
                  </a:txBody>
                  <a:tcPr/>
                </a:tc>
                <a:extLst>
                  <a:ext uri="{0D108BD9-81ED-4DB2-BD59-A6C34878D82A}">
                    <a16:rowId xmlns:a16="http://schemas.microsoft.com/office/drawing/2014/main" val="10001"/>
                  </a:ext>
                </a:extLst>
              </a:tr>
            </a:tbl>
          </a:graphicData>
        </a:graphic>
      </p:graphicFrame>
      <p:sp>
        <p:nvSpPr>
          <p:cNvPr id="3" name="Title 2"/>
          <p:cNvSpPr>
            <a:spLocks noGrp="1"/>
          </p:cNvSpPr>
          <p:nvPr>
            <p:ph type="title"/>
          </p:nvPr>
        </p:nvSpPr>
        <p:spPr>
          <a:xfrm>
            <a:off x="0" y="0"/>
            <a:ext cx="12192000" cy="711200"/>
          </a:xfrm>
        </p:spPr>
        <p:txBody>
          <a:bodyPr/>
          <a:lstStyle/>
          <a:p>
            <a:r>
              <a:rPr lang="en-US" dirty="0"/>
              <a:t>Problems Without Web APIs</a:t>
            </a:r>
          </a:p>
        </p:txBody>
      </p:sp>
      <p:graphicFrame>
        <p:nvGraphicFramePr>
          <p:cNvPr id="6" name="Content Placeholder 3"/>
          <p:cNvGraphicFramePr>
            <a:graphicFrameLocks/>
          </p:cNvGraphicFramePr>
          <p:nvPr>
            <p:extLst>
              <p:ext uri="{D42A27DB-BD31-4B8C-83A1-F6EECF244321}">
                <p14:modId xmlns:p14="http://schemas.microsoft.com/office/powerpoint/2010/main" val="3147537203"/>
              </p:ext>
            </p:extLst>
          </p:nvPr>
        </p:nvGraphicFramePr>
        <p:xfrm>
          <a:off x="74613" y="3549650"/>
          <a:ext cx="4325938" cy="2926080"/>
        </p:xfrm>
        <a:graphic>
          <a:graphicData uri="http://schemas.openxmlformats.org/drawingml/2006/table">
            <a:tbl>
              <a:tblPr firstRow="1" bandRow="1">
                <a:tableStyleId>{93296810-A885-4BE3-A3E7-6D5BEEA58F35}</a:tableStyleId>
              </a:tblPr>
              <a:tblGrid>
                <a:gridCol w="4325938">
                  <a:extLst>
                    <a:ext uri="{9D8B030D-6E8A-4147-A177-3AD203B41FA5}">
                      <a16:colId xmlns:a16="http://schemas.microsoft.com/office/drawing/2014/main" val="20000"/>
                    </a:ext>
                  </a:extLst>
                </a:gridCol>
              </a:tblGrid>
              <a:tr h="370840">
                <a:tc>
                  <a:txBody>
                    <a:bodyPr/>
                    <a:lstStyle/>
                    <a:p>
                      <a:r>
                        <a:rPr lang="en-US" sz="2000" kern="1200" dirty="0">
                          <a:effectLst/>
                        </a:rPr>
                        <a:t>2. Error-Prone Code</a:t>
                      </a:r>
                      <a:endParaRPr lang="en-US" sz="2000" dirty="0"/>
                    </a:p>
                  </a:txBody>
                  <a:tcPr/>
                </a:tc>
                <a:extLst>
                  <a:ext uri="{0D108BD9-81ED-4DB2-BD59-A6C34878D82A}">
                    <a16:rowId xmlns:a16="http://schemas.microsoft.com/office/drawing/2014/main" val="10000"/>
                  </a:ext>
                </a:extLst>
              </a:tr>
              <a:tr h="370840">
                <a:tc>
                  <a:txBody>
                    <a:bodyPr/>
                    <a:lstStyle/>
                    <a:p>
                      <a:pPr marL="285750" indent="-285750" algn="just">
                        <a:buFont typeface="Wingdings" panose="05000000000000000000" pitchFamily="2" charset="2"/>
                        <a:buChar char="Ø"/>
                      </a:pPr>
                      <a:r>
                        <a:rPr lang="en-US" sz="2000" kern="1200" dirty="0">
                          <a:effectLst/>
                        </a:rPr>
                        <a:t>The business logic has been written in each type of application. </a:t>
                      </a:r>
                    </a:p>
                    <a:p>
                      <a:pPr marL="285750" indent="-285750" algn="just">
                        <a:buFont typeface="Wingdings" panose="05000000000000000000" pitchFamily="2" charset="2"/>
                        <a:buChar char="Ø"/>
                      </a:pPr>
                      <a:r>
                        <a:rPr lang="en-US" sz="2000" kern="1200" dirty="0">
                          <a:effectLst/>
                        </a:rPr>
                        <a:t>We have to write the code in three different applications in our example. </a:t>
                      </a:r>
                    </a:p>
                    <a:p>
                      <a:pPr marL="285750" indent="-285750" algn="just">
                        <a:buFont typeface="Wingdings" panose="05000000000000000000" pitchFamily="2" charset="2"/>
                        <a:buChar char="Ø"/>
                      </a:pPr>
                      <a:r>
                        <a:rPr lang="en-US" sz="2000" kern="1200" dirty="0">
                          <a:effectLst/>
                        </a:rPr>
                        <a:t>So, you might miss some code or logic in some applications. </a:t>
                      </a:r>
                    </a:p>
                    <a:p>
                      <a:pPr marL="285750" indent="-285750" algn="just">
                        <a:buFont typeface="Wingdings" panose="05000000000000000000" pitchFamily="2" charset="2"/>
                        <a:buChar char="Ø"/>
                      </a:pPr>
                      <a:r>
                        <a:rPr lang="en-US" sz="2000" kern="1200" dirty="0">
                          <a:effectLst/>
                        </a:rPr>
                        <a:t>This will add more errors to your application.</a:t>
                      </a:r>
                      <a:endParaRPr lang="en-US" sz="2000" dirty="0"/>
                    </a:p>
                  </a:txBody>
                  <a:tcPr/>
                </a:tc>
                <a:extLst>
                  <a:ext uri="{0D108BD9-81ED-4DB2-BD59-A6C34878D82A}">
                    <a16:rowId xmlns:a16="http://schemas.microsoft.com/office/drawing/2014/main" val="10001"/>
                  </a:ext>
                </a:extLst>
              </a:tr>
            </a:tbl>
          </a:graphicData>
        </a:graphic>
      </p:graphicFrame>
      <p:graphicFrame>
        <p:nvGraphicFramePr>
          <p:cNvPr id="7" name="Content Placeholder 3"/>
          <p:cNvGraphicFramePr>
            <a:graphicFrameLocks/>
          </p:cNvGraphicFramePr>
          <p:nvPr>
            <p:extLst>
              <p:ext uri="{D42A27DB-BD31-4B8C-83A1-F6EECF244321}">
                <p14:modId xmlns:p14="http://schemas.microsoft.com/office/powerpoint/2010/main" val="2286168318"/>
              </p:ext>
            </p:extLst>
          </p:nvPr>
        </p:nvGraphicFramePr>
        <p:xfrm>
          <a:off x="4446588" y="863600"/>
          <a:ext cx="4211637" cy="2926080"/>
        </p:xfrm>
        <a:graphic>
          <a:graphicData uri="http://schemas.openxmlformats.org/drawingml/2006/table">
            <a:tbl>
              <a:tblPr firstRow="1" bandRow="1">
                <a:tableStyleId>{00A15C55-8517-42AA-B614-E9B94910E393}</a:tableStyleId>
              </a:tblPr>
              <a:tblGrid>
                <a:gridCol w="4211637">
                  <a:extLst>
                    <a:ext uri="{9D8B030D-6E8A-4147-A177-3AD203B41FA5}">
                      <a16:colId xmlns:a16="http://schemas.microsoft.com/office/drawing/2014/main" val="20000"/>
                    </a:ext>
                  </a:extLst>
                </a:gridCol>
              </a:tblGrid>
              <a:tr h="370840">
                <a:tc>
                  <a:txBody>
                    <a:bodyPr/>
                    <a:lstStyle/>
                    <a:p>
                      <a:pPr algn="just"/>
                      <a:r>
                        <a:rPr lang="en-US" sz="2000" kern="1200" dirty="0">
                          <a:effectLst/>
                        </a:rPr>
                        <a:t>3. Some Front-end frameworks cannot communicate directly with the Database</a:t>
                      </a:r>
                      <a:endParaRPr lang="en-US" sz="2000" dirty="0"/>
                    </a:p>
                  </a:txBody>
                  <a:tcPr/>
                </a:tc>
                <a:extLst>
                  <a:ext uri="{0D108BD9-81ED-4DB2-BD59-A6C34878D82A}">
                    <a16:rowId xmlns:a16="http://schemas.microsoft.com/office/drawing/2014/main" val="10000"/>
                  </a:ext>
                </a:extLst>
              </a:tr>
              <a:tr h="370840">
                <a:tc>
                  <a:txBody>
                    <a:bodyPr/>
                    <a:lstStyle/>
                    <a:p>
                      <a:pPr marL="285750" indent="-285750" algn="just">
                        <a:buFont typeface="Wingdings" panose="05000000000000000000" pitchFamily="2" charset="2"/>
                        <a:buChar char="Ø"/>
                      </a:pPr>
                      <a:r>
                        <a:rPr lang="en-US" sz="2000" kern="1200" dirty="0">
                          <a:effectLst/>
                        </a:rPr>
                        <a:t>If you are developing the website (i.e., front-end) using the angular framework, then the angular framework cannot communicate with the database directly. </a:t>
                      </a:r>
                    </a:p>
                    <a:p>
                      <a:pPr marL="285750" indent="-285750" algn="just">
                        <a:buFont typeface="Wingdings" panose="05000000000000000000" pitchFamily="2" charset="2"/>
                        <a:buChar char="Ø"/>
                      </a:pPr>
                      <a:r>
                        <a:rPr lang="en-US" sz="2000" kern="1200" dirty="0">
                          <a:effectLst/>
                        </a:rPr>
                        <a:t>Angular is a front-end framework.</a:t>
                      </a:r>
                      <a:endParaRPr lang="en-US" sz="2000" dirty="0"/>
                    </a:p>
                  </a:txBody>
                  <a:tcPr/>
                </a:tc>
                <a:extLst>
                  <a:ext uri="{0D108BD9-81ED-4DB2-BD59-A6C34878D82A}">
                    <a16:rowId xmlns:a16="http://schemas.microsoft.com/office/drawing/2014/main" val="10001"/>
                  </a:ext>
                </a:extLst>
              </a:tr>
            </a:tbl>
          </a:graphicData>
        </a:graphic>
      </p:graphicFrame>
      <p:graphicFrame>
        <p:nvGraphicFramePr>
          <p:cNvPr id="8" name="Content Placeholder 3"/>
          <p:cNvGraphicFramePr>
            <a:graphicFrameLocks/>
          </p:cNvGraphicFramePr>
          <p:nvPr>
            <p:extLst>
              <p:ext uri="{D42A27DB-BD31-4B8C-83A1-F6EECF244321}">
                <p14:modId xmlns:p14="http://schemas.microsoft.com/office/powerpoint/2010/main" val="2058176156"/>
              </p:ext>
            </p:extLst>
          </p:nvPr>
        </p:nvGraphicFramePr>
        <p:xfrm>
          <a:off x="4446588" y="3854450"/>
          <a:ext cx="4211637" cy="2621280"/>
        </p:xfrm>
        <a:graphic>
          <a:graphicData uri="http://schemas.openxmlformats.org/drawingml/2006/table">
            <a:tbl>
              <a:tblPr firstRow="1" bandRow="1">
                <a:tableStyleId>{073A0DAA-6AF3-43AB-8588-CEC1D06C72B9}</a:tableStyleId>
              </a:tblPr>
              <a:tblGrid>
                <a:gridCol w="4211637">
                  <a:extLst>
                    <a:ext uri="{9D8B030D-6E8A-4147-A177-3AD203B41FA5}">
                      <a16:colId xmlns:a16="http://schemas.microsoft.com/office/drawing/2014/main" val="20000"/>
                    </a:ext>
                  </a:extLst>
                </a:gridCol>
              </a:tblGrid>
              <a:tr h="370840">
                <a:tc>
                  <a:txBody>
                    <a:bodyPr/>
                    <a:lstStyle/>
                    <a:p>
                      <a:pPr algn="just"/>
                      <a:r>
                        <a:rPr lang="en-US" sz="2000" kern="1200" dirty="0">
                          <a:effectLst/>
                        </a:rPr>
                        <a:t>4. Hard to Maintain</a:t>
                      </a:r>
                      <a:endParaRPr lang="en-US" sz="2000" dirty="0"/>
                    </a:p>
                  </a:txBody>
                  <a:tcPr/>
                </a:tc>
                <a:extLst>
                  <a:ext uri="{0D108BD9-81ED-4DB2-BD59-A6C34878D82A}">
                    <a16:rowId xmlns:a16="http://schemas.microsoft.com/office/drawing/2014/main" val="10000"/>
                  </a:ext>
                </a:extLst>
              </a:tr>
              <a:tr h="370840">
                <a:tc>
                  <a:txBody>
                    <a:bodyPr/>
                    <a:lstStyle/>
                    <a:p>
                      <a:pPr marL="285750" indent="-285750" algn="just">
                        <a:buFont typeface="Wingdings" panose="05000000000000000000" pitchFamily="2" charset="2"/>
                        <a:buChar char="Ø"/>
                      </a:pPr>
                      <a:r>
                        <a:rPr lang="en-US" sz="2000" dirty="0"/>
                        <a:t>This type of structure is hard to maintain. </a:t>
                      </a:r>
                    </a:p>
                    <a:p>
                      <a:pPr marL="285750" indent="-285750" algn="just">
                        <a:buFont typeface="Wingdings" panose="05000000000000000000" pitchFamily="2" charset="2"/>
                        <a:buChar char="Ø"/>
                      </a:pPr>
                      <a:r>
                        <a:rPr lang="en-US" sz="2000" dirty="0"/>
                        <a:t>This is because we have written the code in many places, and if we want to improve something in our application, we need to do the same thing in many places.</a:t>
                      </a:r>
                    </a:p>
                  </a:txBody>
                  <a:tcPr/>
                </a:tc>
                <a:extLst>
                  <a:ext uri="{0D108BD9-81ED-4DB2-BD59-A6C34878D82A}">
                    <a16:rowId xmlns:a16="http://schemas.microsoft.com/office/drawing/2014/main" val="10001"/>
                  </a:ext>
                </a:extLst>
              </a:tr>
            </a:tbl>
          </a:graphicData>
        </a:graphic>
      </p:graphicFrame>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1880" y="1095375"/>
            <a:ext cx="1783533" cy="1086659"/>
          </a:xfrm>
          <a:prstGeom prst="rect">
            <a:avLst/>
          </a:prstGeom>
        </p:spPr>
      </p:pic>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47381" y="2201213"/>
            <a:ext cx="1787557" cy="1012760"/>
          </a:xfrm>
          <a:prstGeom prst="rect">
            <a:avLst/>
          </a:prstGeom>
        </p:spPr>
      </p:pic>
      <p:pic>
        <p:nvPicPr>
          <p:cNvPr id="12" name="Picture 11"/>
          <p:cNvPicPr>
            <a:picLocks noChangeAspect="1"/>
          </p:cNvPicPr>
          <p:nvPr/>
        </p:nvPicPr>
        <p:blipFill>
          <a:blip r:embed="rId4">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9549897" y="3233551"/>
            <a:ext cx="1784147" cy="1042036"/>
          </a:xfrm>
          <a:prstGeom prst="rect">
            <a:avLst/>
          </a:prstGeom>
        </p:spPr>
      </p:pic>
      <p:pic>
        <p:nvPicPr>
          <p:cNvPr id="13" name="Picture 1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567425" y="4305582"/>
            <a:ext cx="1786564" cy="1281065"/>
          </a:xfrm>
          <a:prstGeom prst="rect">
            <a:avLst/>
          </a:prstGeom>
        </p:spPr>
      </p:pic>
    </p:spTree>
    <p:extLst>
      <p:ext uri="{BB962C8B-B14F-4D97-AF65-F5344CB8AC3E}">
        <p14:creationId xmlns:p14="http://schemas.microsoft.com/office/powerpoint/2010/main" val="650317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gradFill flip="none" rotWithShape="1">
                  <a:gsLst>
                    <a:gs pos="10000">
                      <a:schemeClr val="accent6">
                        <a:lumMod val="50000"/>
                      </a:schemeClr>
                    </a:gs>
                    <a:gs pos="100000">
                      <a:schemeClr val="accent6"/>
                    </a:gs>
                  </a:gsLst>
                  <a:lin ang="0" scaled="1"/>
                  <a:tileRect/>
                </a:gradFill>
              </a:rPr>
              <a:t>Key Characteristics of Web APIs</a:t>
            </a:r>
          </a:p>
        </p:txBody>
      </p:sp>
      <p:sp>
        <p:nvSpPr>
          <p:cNvPr id="5" name="Text Placeholder 4"/>
          <p:cNvSpPr>
            <a:spLocks noGrp="1"/>
          </p:cNvSpPr>
          <p:nvPr>
            <p:ph type="body" idx="1"/>
          </p:nvPr>
        </p:nvSpPr>
        <p:spPr/>
        <p:txBody>
          <a:bodyPr/>
          <a:lstStyle/>
          <a:p>
            <a:r>
              <a:rPr lang="en-US" dirty="0"/>
              <a:t>Section - 4</a:t>
            </a:r>
          </a:p>
        </p:txBody>
      </p:sp>
    </p:spTree>
    <p:extLst>
      <p:ext uri="{BB962C8B-B14F-4D97-AF65-F5344CB8AC3E}">
        <p14:creationId xmlns:p14="http://schemas.microsoft.com/office/powerpoint/2010/main" val="38847426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fontAlgn="base"/>
            <a:r>
              <a:rPr lang="en-US" b="1" dirty="0"/>
              <a:t>HTTP-based Communication:</a:t>
            </a:r>
            <a:r>
              <a:rPr lang="en-US" dirty="0"/>
              <a:t> </a:t>
            </a:r>
          </a:p>
          <a:p>
            <a:pPr lvl="1" fontAlgn="base"/>
            <a:r>
              <a:rPr lang="en-US" dirty="0"/>
              <a:t>Most Web APIs are designed to work over HTTP, the same protocol used for web browsing. </a:t>
            </a:r>
          </a:p>
          <a:p>
            <a:pPr lvl="1" fontAlgn="base"/>
            <a:r>
              <a:rPr lang="en-US" dirty="0"/>
              <a:t>This means APIs can be accessed using standard HTTP methods like GET, POST, PUT, DELETE, etc. </a:t>
            </a:r>
          </a:p>
          <a:p>
            <a:pPr lvl="1" fontAlgn="base"/>
            <a:r>
              <a:rPr lang="en-US" dirty="0"/>
              <a:t>The API endpoints are typically represented as URLs (Uniform Resource Locators).</a:t>
            </a:r>
          </a:p>
          <a:p>
            <a:pPr fontAlgn="base"/>
            <a:r>
              <a:rPr lang="en-US" b="1" dirty="0"/>
              <a:t>Data Exchange Formats:</a:t>
            </a:r>
            <a:r>
              <a:rPr lang="en-US" dirty="0"/>
              <a:t> </a:t>
            </a:r>
          </a:p>
          <a:p>
            <a:pPr lvl="1" fontAlgn="base"/>
            <a:r>
              <a:rPr lang="en-US" dirty="0"/>
              <a:t>Web APIs use standardized data exchange formats such as </a:t>
            </a:r>
            <a:r>
              <a:rPr lang="en-US" b="1" dirty="0">
                <a:solidFill>
                  <a:schemeClr val="accent6"/>
                </a:solidFill>
              </a:rPr>
              <a:t>JSON</a:t>
            </a:r>
            <a:r>
              <a:rPr lang="en-US" dirty="0"/>
              <a:t> (JavaScript Object Notation) and </a:t>
            </a:r>
            <a:r>
              <a:rPr lang="en-US" b="1" dirty="0">
                <a:solidFill>
                  <a:schemeClr val="accent6"/>
                </a:solidFill>
              </a:rPr>
              <a:t>XML</a:t>
            </a:r>
            <a:r>
              <a:rPr lang="en-US" dirty="0"/>
              <a:t> (</a:t>
            </a:r>
            <a:r>
              <a:rPr lang="en-US" dirty="0" err="1"/>
              <a:t>eXtensible</a:t>
            </a:r>
            <a:r>
              <a:rPr lang="en-US" dirty="0"/>
              <a:t> Markup Language) to structure and transmit data between the client and server. </a:t>
            </a:r>
          </a:p>
          <a:p>
            <a:pPr lvl="1" fontAlgn="base"/>
            <a:r>
              <a:rPr lang="en-US" b="1" i="1" dirty="0">
                <a:solidFill>
                  <a:schemeClr val="accent6"/>
                </a:solidFill>
              </a:rPr>
              <a:t>JSON has become the most popular format due to its simplicity and ease of use</a:t>
            </a:r>
            <a:r>
              <a:rPr lang="en-US" dirty="0"/>
              <a:t>.</a:t>
            </a:r>
          </a:p>
          <a:p>
            <a:pPr fontAlgn="base"/>
            <a:r>
              <a:rPr lang="en-US" b="1" dirty="0"/>
              <a:t>RESTful Architecture:</a:t>
            </a:r>
            <a:r>
              <a:rPr lang="en-US" dirty="0"/>
              <a:t> </a:t>
            </a:r>
          </a:p>
          <a:p>
            <a:pPr lvl="1" fontAlgn="base"/>
            <a:r>
              <a:rPr lang="en-US" dirty="0"/>
              <a:t>Many Web APIs are designed following </a:t>
            </a:r>
            <a:r>
              <a:rPr lang="en-US" b="1" dirty="0">
                <a:solidFill>
                  <a:schemeClr val="accent6"/>
                </a:solidFill>
              </a:rPr>
              <a:t>Representational State Transfer </a:t>
            </a:r>
            <a:r>
              <a:rPr lang="en-US" dirty="0"/>
              <a:t>(REST) principles. </a:t>
            </a:r>
          </a:p>
          <a:p>
            <a:pPr lvl="1" fontAlgn="base"/>
            <a:r>
              <a:rPr lang="en-US" dirty="0"/>
              <a:t>A RESTful API is stateless, uses standard HTTP methods, and organizes resources into a hierarchy with unique URLs for each resource.</a:t>
            </a:r>
          </a:p>
          <a:p>
            <a:pPr fontAlgn="base"/>
            <a:r>
              <a:rPr lang="en-US" b="1" dirty="0"/>
              <a:t>Authentication and Authorization:</a:t>
            </a:r>
            <a:r>
              <a:rPr lang="en-US" dirty="0"/>
              <a:t> </a:t>
            </a:r>
          </a:p>
          <a:p>
            <a:pPr lvl="1" fontAlgn="base"/>
            <a:r>
              <a:rPr lang="en-US" dirty="0"/>
              <a:t>Web APIs often implement security mechanisms for authentication and authorization </a:t>
            </a:r>
            <a:r>
              <a:rPr lang="en-US" b="1" dirty="0">
                <a:solidFill>
                  <a:schemeClr val="accent6"/>
                </a:solidFill>
              </a:rPr>
              <a:t>to ensure that only authorized clients can access certain resources </a:t>
            </a:r>
            <a:r>
              <a:rPr lang="en-US" dirty="0">
                <a:solidFill>
                  <a:schemeClr val="accent6"/>
                </a:solidFill>
              </a:rPr>
              <a:t>or </a:t>
            </a:r>
            <a:r>
              <a:rPr lang="en-US" b="1" dirty="0">
                <a:solidFill>
                  <a:schemeClr val="accent6"/>
                </a:solidFill>
              </a:rPr>
              <a:t>perform specific actions</a:t>
            </a:r>
            <a:r>
              <a:rPr lang="en-US" dirty="0"/>
              <a:t>. </a:t>
            </a:r>
          </a:p>
          <a:p>
            <a:pPr lvl="1" fontAlgn="base"/>
            <a:r>
              <a:rPr lang="en-US" dirty="0"/>
              <a:t>Common authentication methods include </a:t>
            </a:r>
            <a:r>
              <a:rPr lang="en-US" b="1" dirty="0">
                <a:solidFill>
                  <a:schemeClr val="accent6"/>
                </a:solidFill>
              </a:rPr>
              <a:t>API Keys</a:t>
            </a:r>
            <a:r>
              <a:rPr lang="en-US" dirty="0"/>
              <a:t>, </a:t>
            </a:r>
            <a:r>
              <a:rPr lang="en-US" b="1" dirty="0" err="1">
                <a:solidFill>
                  <a:schemeClr val="accent6"/>
                </a:solidFill>
              </a:rPr>
              <a:t>OAuth</a:t>
            </a:r>
            <a:r>
              <a:rPr lang="en-US" dirty="0"/>
              <a:t>, and </a:t>
            </a:r>
            <a:r>
              <a:rPr lang="en-US" b="1" dirty="0">
                <a:solidFill>
                  <a:schemeClr val="accent6"/>
                </a:solidFill>
              </a:rPr>
              <a:t>JWT</a:t>
            </a:r>
            <a:r>
              <a:rPr lang="en-US" dirty="0"/>
              <a:t> (</a:t>
            </a:r>
            <a:r>
              <a:rPr lang="en-US" b="1" dirty="0">
                <a:solidFill>
                  <a:schemeClr val="accent6"/>
                </a:solidFill>
              </a:rPr>
              <a:t>JSON Web Tokens</a:t>
            </a:r>
            <a:r>
              <a:rPr lang="en-US" dirty="0"/>
              <a:t>).</a:t>
            </a:r>
          </a:p>
          <a:p>
            <a:pPr lvl="1" fontAlgn="base"/>
            <a:endParaRPr lang="en-US" dirty="0"/>
          </a:p>
          <a:p>
            <a:pPr lvl="1" fontAlgn="base"/>
            <a:endParaRPr lang="en-US" dirty="0"/>
          </a:p>
        </p:txBody>
      </p:sp>
      <p:sp>
        <p:nvSpPr>
          <p:cNvPr id="3" name="Title 2"/>
          <p:cNvSpPr>
            <a:spLocks noGrp="1"/>
          </p:cNvSpPr>
          <p:nvPr>
            <p:ph type="title"/>
          </p:nvPr>
        </p:nvSpPr>
        <p:spPr/>
        <p:txBody>
          <a:bodyPr/>
          <a:lstStyle/>
          <a:p>
            <a:r>
              <a:rPr lang="en-US" dirty="0"/>
              <a:t>Key Characteristics of Web APIs</a:t>
            </a:r>
          </a:p>
        </p:txBody>
      </p:sp>
    </p:spTree>
    <p:extLst>
      <p:ext uri="{BB962C8B-B14F-4D97-AF65-F5344CB8AC3E}">
        <p14:creationId xmlns:p14="http://schemas.microsoft.com/office/powerpoint/2010/main" val="1604742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gradFill flip="none" rotWithShape="1">
                  <a:gsLst>
                    <a:gs pos="10000">
                      <a:schemeClr val="accent6">
                        <a:lumMod val="50000"/>
                      </a:schemeClr>
                    </a:gs>
                    <a:gs pos="100000">
                      <a:schemeClr val="accent6"/>
                    </a:gs>
                  </a:gsLst>
                  <a:lin ang="0" scaled="1"/>
                  <a:tileRect/>
                </a:gradFill>
              </a:rPr>
              <a:t>JSON </a:t>
            </a:r>
            <a:br>
              <a:rPr lang="en-US" dirty="0">
                <a:gradFill flip="none" rotWithShape="1">
                  <a:gsLst>
                    <a:gs pos="10000">
                      <a:schemeClr val="accent6">
                        <a:lumMod val="50000"/>
                      </a:schemeClr>
                    </a:gs>
                    <a:gs pos="100000">
                      <a:schemeClr val="accent6"/>
                    </a:gs>
                  </a:gsLst>
                  <a:lin ang="0" scaled="1"/>
                  <a:tileRect/>
                </a:gradFill>
              </a:rPr>
            </a:br>
            <a:r>
              <a:rPr lang="en-US" sz="2800" dirty="0">
                <a:gradFill flip="none" rotWithShape="1">
                  <a:gsLst>
                    <a:gs pos="10000">
                      <a:schemeClr val="accent6">
                        <a:lumMod val="50000"/>
                      </a:schemeClr>
                    </a:gs>
                    <a:gs pos="100000">
                      <a:schemeClr val="accent6"/>
                    </a:gs>
                  </a:gsLst>
                  <a:lin ang="0" scaled="1"/>
                  <a:tileRect/>
                </a:gradFill>
              </a:rPr>
              <a:t>(JavaScript Object Notation)</a:t>
            </a:r>
          </a:p>
        </p:txBody>
      </p:sp>
      <p:sp>
        <p:nvSpPr>
          <p:cNvPr id="5" name="Text Placeholder 4"/>
          <p:cNvSpPr>
            <a:spLocks noGrp="1"/>
          </p:cNvSpPr>
          <p:nvPr>
            <p:ph type="body" idx="1"/>
          </p:nvPr>
        </p:nvSpPr>
        <p:spPr/>
        <p:txBody>
          <a:bodyPr/>
          <a:lstStyle/>
          <a:p>
            <a:r>
              <a:rPr lang="en-US" dirty="0"/>
              <a:t>Section - 5</a:t>
            </a:r>
          </a:p>
        </p:txBody>
      </p:sp>
    </p:spTree>
    <p:extLst>
      <p:ext uri="{BB962C8B-B14F-4D97-AF65-F5344CB8AC3E}">
        <p14:creationId xmlns:p14="http://schemas.microsoft.com/office/powerpoint/2010/main" val="2753732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fontAlgn="base"/>
            <a:r>
              <a:rPr lang="en-US" dirty="0"/>
              <a:t>JSON (JavaScript Object Notation) is a lightweight data-interchange format that is easy for humans to read and write and for machines to parse and generate. </a:t>
            </a:r>
          </a:p>
          <a:p>
            <a:pPr fontAlgn="base"/>
            <a:r>
              <a:rPr lang="en-US" dirty="0"/>
              <a:t>Many different programming languages use JSON which is a great way to ensure that different systems can work together and understand each other’s data.</a:t>
            </a:r>
          </a:p>
          <a:p>
            <a:pPr fontAlgn="base"/>
            <a:r>
              <a:rPr lang="en-US" dirty="0"/>
              <a:t>It uses human-readable text to store and transmit data objects consisting of attribute–value pairs and arrays (or other serializable values). </a:t>
            </a:r>
          </a:p>
          <a:p>
            <a:pPr fontAlgn="base"/>
            <a:r>
              <a:rPr lang="en-US" dirty="0"/>
              <a:t>JSON is a language-independent data format.</a:t>
            </a:r>
          </a:p>
          <a:p>
            <a:pPr fontAlgn="base"/>
            <a:r>
              <a:rPr lang="en-US" dirty="0"/>
              <a:t>JSON is “name/value” assembly. Its structure is made up with {}, [], comma, colon and double quotation marks.</a:t>
            </a:r>
          </a:p>
          <a:p>
            <a:pPr fontAlgn="base"/>
            <a:r>
              <a:rPr lang="en-US" dirty="0"/>
              <a:t>Valid data types in JSON are Object, Number, Boolean, String, Array, Null.</a:t>
            </a:r>
          </a:p>
          <a:p>
            <a:pPr fontAlgn="base"/>
            <a:r>
              <a:rPr lang="en-US" dirty="0"/>
              <a:t>JSON filenames use the extension .</a:t>
            </a:r>
            <a:r>
              <a:rPr lang="en-US" dirty="0" err="1"/>
              <a:t>json</a:t>
            </a:r>
            <a:r>
              <a:rPr lang="en-US" dirty="0"/>
              <a:t>.</a:t>
            </a:r>
          </a:p>
          <a:p>
            <a:pPr fontAlgn="base"/>
            <a:r>
              <a:rPr lang="en-US" dirty="0"/>
              <a:t>It is commonly used for transmitting data between a server and a web application as an alternative to XML, and has many business applications. </a:t>
            </a:r>
          </a:p>
        </p:txBody>
      </p:sp>
      <p:sp>
        <p:nvSpPr>
          <p:cNvPr id="3" name="Title 2"/>
          <p:cNvSpPr>
            <a:spLocks noGrp="1"/>
          </p:cNvSpPr>
          <p:nvPr>
            <p:ph type="title"/>
          </p:nvPr>
        </p:nvSpPr>
        <p:spPr/>
        <p:txBody>
          <a:bodyPr/>
          <a:lstStyle/>
          <a:p>
            <a:r>
              <a:rPr lang="en-US" dirty="0"/>
              <a:t>What is JSON?</a:t>
            </a:r>
          </a:p>
        </p:txBody>
      </p:sp>
    </p:spTree>
    <p:extLst>
      <p:ext uri="{BB962C8B-B14F-4D97-AF65-F5344CB8AC3E}">
        <p14:creationId xmlns:p14="http://schemas.microsoft.com/office/powerpoint/2010/main" val="251663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449078" y="970384"/>
            <a:ext cx="6403513" cy="5483625"/>
          </a:xfrm>
        </p:spPr>
        <p:txBody>
          <a:bodyPr/>
          <a:lstStyle/>
          <a:p>
            <a:r>
              <a:rPr lang="en-US" sz="2200" dirty="0"/>
              <a:t>In .NET, we have two most common libraries to handle JSON:</a:t>
            </a:r>
          </a:p>
          <a:p>
            <a:r>
              <a:rPr lang="en-US" b="1" dirty="0" err="1"/>
              <a:t>Newtonsoft.Json</a:t>
            </a:r>
            <a:endParaRPr lang="en-US" dirty="0"/>
          </a:p>
          <a:p>
            <a:pPr lvl="1"/>
            <a:r>
              <a:rPr lang="en-US" dirty="0"/>
              <a:t>Third-party powerful library with many features, including support for complex object graphs, custom converters, and more.</a:t>
            </a:r>
          </a:p>
          <a:p>
            <a:r>
              <a:rPr lang="en-US" b="1" dirty="0" err="1"/>
              <a:t>System.Text.Json</a:t>
            </a:r>
            <a:endParaRPr lang="en-US" dirty="0"/>
          </a:p>
          <a:p>
            <a:pPr lvl="1"/>
            <a:r>
              <a:rPr lang="en-US" dirty="0"/>
              <a:t>High-performance JSON serialization and deserialization library introduced by Microsoft.</a:t>
            </a:r>
          </a:p>
          <a:p>
            <a:pPr marL="0" indent="-87312">
              <a:buNone/>
            </a:pPr>
            <a:r>
              <a:rPr lang="en-US" sz="1900" dirty="0">
                <a:solidFill>
                  <a:srgbClr val="0000FF"/>
                </a:solidFill>
                <a:latin typeface="Consolas" panose="020B0609020204030204" pitchFamily="49" charset="0"/>
              </a:rPr>
              <a:t>using</a:t>
            </a:r>
            <a:r>
              <a:rPr lang="en-US" sz="1900" dirty="0">
                <a:solidFill>
                  <a:srgbClr val="000000"/>
                </a:solidFill>
                <a:latin typeface="Consolas" panose="020B0609020204030204" pitchFamily="49" charset="0"/>
              </a:rPr>
              <a:t> </a:t>
            </a:r>
            <a:r>
              <a:rPr lang="en-US" sz="1900" dirty="0" err="1">
                <a:solidFill>
                  <a:srgbClr val="000000"/>
                </a:solidFill>
                <a:latin typeface="Consolas" panose="020B0609020204030204" pitchFamily="49" charset="0"/>
              </a:rPr>
              <a:t>System.Text.Json</a:t>
            </a:r>
            <a:r>
              <a:rPr lang="en-US" sz="1900" dirty="0">
                <a:solidFill>
                  <a:srgbClr val="000000"/>
                </a:solidFill>
                <a:latin typeface="Consolas" panose="020B0609020204030204" pitchFamily="49" charset="0"/>
              </a:rPr>
              <a:t>; </a:t>
            </a:r>
            <a:endParaRPr lang="en-US" sz="1900" dirty="0">
              <a:latin typeface="Arial" panose="020B0604020202020204" pitchFamily="34" charset="0"/>
            </a:endParaRPr>
          </a:p>
          <a:p>
            <a:pPr marL="36513" indent="0">
              <a:buNone/>
            </a:pPr>
            <a:r>
              <a:rPr lang="en-US" sz="1800" dirty="0">
                <a:solidFill>
                  <a:srgbClr val="066555"/>
                </a:solidFill>
                <a:latin typeface="Consolas" panose="020B0609020204030204" pitchFamily="49" charset="0"/>
              </a:rPr>
              <a:t>//To serialize</a:t>
            </a:r>
            <a:r>
              <a:rPr lang="en-US" sz="1800" dirty="0">
                <a:solidFill>
                  <a:srgbClr val="000000"/>
                </a:solidFill>
                <a:latin typeface="Consolas" panose="020B0609020204030204" pitchFamily="49" charset="0"/>
              </a:rPr>
              <a:t>             </a:t>
            </a:r>
          </a:p>
          <a:p>
            <a:pPr marL="36513" indent="0">
              <a:buNone/>
            </a:pPr>
            <a:r>
              <a:rPr lang="en-US" sz="1800" dirty="0" err="1">
                <a:solidFill>
                  <a:srgbClr val="0000FF"/>
                </a:solidFill>
                <a:latin typeface="Consolas" panose="020B0609020204030204" pitchFamily="49" charset="0"/>
              </a:rPr>
              <a:t>var</a:t>
            </a:r>
            <a:r>
              <a:rPr lang="en-US" sz="1800" dirty="0">
                <a:solidFill>
                  <a:srgbClr val="000000"/>
                </a:solidFill>
                <a:latin typeface="Consolas" panose="020B0609020204030204" pitchFamily="49" charset="0"/>
              </a:rPr>
              <a:t> </a:t>
            </a:r>
            <a:r>
              <a:rPr lang="en-US" sz="1800" b="1" dirty="0" err="1">
                <a:solidFill>
                  <a:srgbClr val="1F377F"/>
                </a:solidFill>
                <a:latin typeface="Consolas" panose="020B0609020204030204" pitchFamily="49" charset="0"/>
              </a:rPr>
              <a:t>jsonStr</a:t>
            </a:r>
            <a:r>
              <a:rPr lang="en-US" sz="1800" dirty="0">
                <a:solidFill>
                  <a:srgbClr val="000000"/>
                </a:solidFill>
                <a:latin typeface="Consolas" panose="020B0609020204030204" pitchFamily="49" charset="0"/>
              </a:rPr>
              <a:t> = </a:t>
            </a:r>
            <a:r>
              <a:rPr lang="en-US" sz="1800" dirty="0" err="1">
                <a:solidFill>
                  <a:srgbClr val="066555"/>
                </a:solidFill>
                <a:latin typeface="Consolas" panose="020B0609020204030204" pitchFamily="49" charset="0"/>
              </a:rPr>
              <a:t>JsonSerializer</a:t>
            </a:r>
            <a:r>
              <a:rPr lang="en-US" sz="1800" dirty="0" err="1">
                <a:solidFill>
                  <a:srgbClr val="000000"/>
                </a:solidFill>
                <a:latin typeface="Consolas" panose="020B0609020204030204" pitchFamily="49" charset="0"/>
              </a:rPr>
              <a:t>.</a:t>
            </a:r>
            <a:r>
              <a:rPr lang="en-US" sz="1800" dirty="0" err="1">
                <a:solidFill>
                  <a:srgbClr val="890E4F"/>
                </a:solidFill>
                <a:latin typeface="Consolas" panose="020B0609020204030204" pitchFamily="49" charset="0"/>
              </a:rPr>
              <a:t>Serialize</a:t>
            </a:r>
            <a:r>
              <a:rPr lang="en-US" sz="1800" dirty="0">
                <a:solidFill>
                  <a:srgbClr val="000000"/>
                </a:solidFill>
                <a:latin typeface="Consolas" panose="020B0609020204030204" pitchFamily="49" charset="0"/>
              </a:rPr>
              <a:t>(</a:t>
            </a:r>
            <a:r>
              <a:rPr lang="en-US" sz="1800" dirty="0" err="1">
                <a:solidFill>
                  <a:srgbClr val="000000"/>
                </a:solidFill>
                <a:latin typeface="Consolas" panose="020B0609020204030204" pitchFamily="49" charset="0"/>
              </a:rPr>
              <a:t>MyObject</a:t>
            </a:r>
            <a:r>
              <a:rPr lang="en-US" sz="1800" dirty="0">
                <a:solidFill>
                  <a:srgbClr val="000000"/>
                </a:solidFill>
                <a:latin typeface="Consolas" panose="020B0609020204030204" pitchFamily="49" charset="0"/>
              </a:rPr>
              <a:t>);</a:t>
            </a:r>
            <a:endParaRPr lang="en-US" sz="1800" dirty="0">
              <a:latin typeface="Arial" panose="020B0604020202020204" pitchFamily="34" charset="0"/>
            </a:endParaRPr>
          </a:p>
          <a:p>
            <a:pPr marL="36513" indent="0">
              <a:buNone/>
            </a:pPr>
            <a:r>
              <a:rPr lang="en-US" sz="1800" dirty="0">
                <a:solidFill>
                  <a:srgbClr val="066555"/>
                </a:solidFill>
                <a:latin typeface="Consolas" panose="020B0609020204030204" pitchFamily="49" charset="0"/>
              </a:rPr>
              <a:t>//To </a:t>
            </a:r>
            <a:r>
              <a:rPr lang="en-US" sz="1800" dirty="0" err="1">
                <a:solidFill>
                  <a:srgbClr val="066555"/>
                </a:solidFill>
                <a:latin typeface="Consolas" panose="020B0609020204030204" pitchFamily="49" charset="0"/>
              </a:rPr>
              <a:t>Deserialize</a:t>
            </a:r>
            <a:r>
              <a:rPr lang="en-US" sz="1800" dirty="0">
                <a:solidFill>
                  <a:srgbClr val="000000"/>
                </a:solidFill>
                <a:latin typeface="Consolas" panose="020B0609020204030204" pitchFamily="49" charset="0"/>
              </a:rPr>
              <a:t>             </a:t>
            </a:r>
          </a:p>
          <a:p>
            <a:pPr marL="36513" indent="0">
              <a:buNone/>
            </a:pPr>
            <a:r>
              <a:rPr lang="en-US" sz="1750" dirty="0" err="1">
                <a:solidFill>
                  <a:srgbClr val="0000FF"/>
                </a:solidFill>
                <a:latin typeface="Consolas" panose="020B0609020204030204" pitchFamily="49" charset="0"/>
              </a:rPr>
              <a:t>var</a:t>
            </a:r>
            <a:r>
              <a:rPr lang="en-US" sz="1750" dirty="0">
                <a:solidFill>
                  <a:srgbClr val="000000"/>
                </a:solidFill>
                <a:latin typeface="Consolas" panose="020B0609020204030204" pitchFamily="49" charset="0"/>
              </a:rPr>
              <a:t> </a:t>
            </a:r>
            <a:r>
              <a:rPr lang="en-US" sz="1750" b="1" dirty="0">
                <a:solidFill>
                  <a:srgbClr val="1F377F"/>
                </a:solidFill>
                <a:latin typeface="Consolas" panose="020B0609020204030204" pitchFamily="49" charset="0"/>
              </a:rPr>
              <a:t>weather</a:t>
            </a:r>
            <a:r>
              <a:rPr lang="en-US" sz="1750" dirty="0">
                <a:solidFill>
                  <a:srgbClr val="000000"/>
                </a:solidFill>
                <a:latin typeface="Consolas" panose="020B0609020204030204" pitchFamily="49" charset="0"/>
              </a:rPr>
              <a:t> = </a:t>
            </a:r>
            <a:r>
              <a:rPr lang="en-US" sz="1750" dirty="0" err="1">
                <a:solidFill>
                  <a:srgbClr val="066555"/>
                </a:solidFill>
                <a:latin typeface="Consolas" panose="020B0609020204030204" pitchFamily="49" charset="0"/>
              </a:rPr>
              <a:t>JsonSerializer</a:t>
            </a:r>
            <a:r>
              <a:rPr lang="en-US" sz="1750" dirty="0" err="1">
                <a:solidFill>
                  <a:srgbClr val="000000"/>
                </a:solidFill>
                <a:latin typeface="Consolas" panose="020B0609020204030204" pitchFamily="49" charset="0"/>
              </a:rPr>
              <a:t>.</a:t>
            </a:r>
            <a:r>
              <a:rPr lang="en-US" sz="1750" dirty="0" err="1">
                <a:solidFill>
                  <a:srgbClr val="890E4F"/>
                </a:solidFill>
                <a:latin typeface="Consolas" panose="020B0609020204030204" pitchFamily="49" charset="0"/>
              </a:rPr>
              <a:t>Deserialize</a:t>
            </a:r>
            <a:r>
              <a:rPr lang="en-US" sz="1750" dirty="0">
                <a:solidFill>
                  <a:srgbClr val="000000"/>
                </a:solidFill>
                <a:latin typeface="Consolas" panose="020B0609020204030204" pitchFamily="49" charset="0"/>
              </a:rPr>
              <a:t>&lt;</a:t>
            </a:r>
            <a:r>
              <a:rPr lang="en-US" sz="1750" dirty="0" err="1">
                <a:solidFill>
                  <a:srgbClr val="000000"/>
                </a:solidFill>
                <a:latin typeface="Consolas" panose="020B0609020204030204" pitchFamily="49" charset="0"/>
              </a:rPr>
              <a:t>MyObject</a:t>
            </a:r>
            <a:r>
              <a:rPr lang="en-US" sz="1750" dirty="0">
                <a:solidFill>
                  <a:srgbClr val="000000"/>
                </a:solidFill>
                <a:latin typeface="Consolas" panose="020B0609020204030204" pitchFamily="49" charset="0"/>
              </a:rPr>
              <a:t>&gt;(</a:t>
            </a:r>
            <a:r>
              <a:rPr lang="en-US" sz="1750" b="1" dirty="0" err="1">
                <a:solidFill>
                  <a:srgbClr val="1F377F"/>
                </a:solidFill>
                <a:latin typeface="Consolas" panose="020B0609020204030204" pitchFamily="49" charset="0"/>
              </a:rPr>
              <a:t>jsonStr</a:t>
            </a:r>
            <a:r>
              <a:rPr lang="en-US" sz="1750" dirty="0">
                <a:solidFill>
                  <a:srgbClr val="000000"/>
                </a:solidFill>
                <a:latin typeface="Consolas" panose="020B0609020204030204" pitchFamily="49" charset="0"/>
              </a:rPr>
              <a:t>);</a:t>
            </a:r>
            <a:endParaRPr lang="en-US" dirty="0"/>
          </a:p>
          <a:p>
            <a:endParaRPr lang="en-US" dirty="0"/>
          </a:p>
        </p:txBody>
      </p:sp>
      <p:sp>
        <p:nvSpPr>
          <p:cNvPr id="3" name="Title 2"/>
          <p:cNvSpPr>
            <a:spLocks noGrp="1"/>
          </p:cNvSpPr>
          <p:nvPr>
            <p:ph type="title"/>
          </p:nvPr>
        </p:nvSpPr>
        <p:spPr/>
        <p:txBody>
          <a:bodyPr/>
          <a:lstStyle/>
          <a:p>
            <a:r>
              <a:rPr lang="en-US" dirty="0"/>
              <a:t>Example: JSON string returned from the API</a:t>
            </a:r>
          </a:p>
        </p:txBody>
      </p:sp>
      <p:pic>
        <p:nvPicPr>
          <p:cNvPr id="4" name="Picture 3"/>
          <p:cNvPicPr>
            <a:picLocks noChangeAspect="1"/>
          </p:cNvPicPr>
          <p:nvPr/>
        </p:nvPicPr>
        <p:blipFill>
          <a:blip r:embed="rId2">
            <a:extLst>
              <a:ext uri="{BEBA8EAE-BF5A-486C-A8C5-ECC9F3942E4B}">
                <a14:imgProps xmlns:a14="http://schemas.microsoft.com/office/drawing/2010/main">
                  <a14:imgLayer r:embed="rId3">
                    <a14:imgEffect>
                      <a14:saturation sat="200000"/>
                    </a14:imgEffect>
                  </a14:imgLayer>
                </a14:imgProps>
              </a:ext>
            </a:extLst>
          </a:blip>
          <a:stretch>
            <a:fillRect/>
          </a:stretch>
        </p:blipFill>
        <p:spPr>
          <a:xfrm>
            <a:off x="153294" y="1063861"/>
            <a:ext cx="5220915" cy="5504892"/>
          </a:xfrm>
          <a:prstGeom prst="rect">
            <a:avLst/>
          </a:prstGeom>
        </p:spPr>
      </p:pic>
      <p:sp>
        <p:nvSpPr>
          <p:cNvPr id="7" name="Rectangle 3"/>
          <p:cNvSpPr>
            <a:spLocks noChangeArrowheads="1"/>
          </p:cNvSpPr>
          <p:nvPr/>
        </p:nvSpPr>
        <p:spPr bwMode="auto">
          <a:xfrm>
            <a:off x="-20823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10"/>
          <p:cNvSpPr/>
          <p:nvPr/>
        </p:nvSpPr>
        <p:spPr>
          <a:xfrm>
            <a:off x="65314" y="727787"/>
            <a:ext cx="1502229" cy="3452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solidFill>
              </a:rPr>
              <a:t>Sample JSON</a:t>
            </a:r>
          </a:p>
        </p:txBody>
      </p:sp>
    </p:spTree>
    <p:extLst>
      <p:ext uri="{BB962C8B-B14F-4D97-AF65-F5344CB8AC3E}">
        <p14:creationId xmlns:p14="http://schemas.microsoft.com/office/powerpoint/2010/main" val="164306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a:solidFill>
                  <a:schemeClr val="accent6"/>
                </a:solidFill>
              </a:rPr>
              <a:t>Serialization</a:t>
            </a:r>
          </a:p>
          <a:p>
            <a:pPr lvl="1"/>
            <a:r>
              <a:rPr lang="en-US" dirty="0"/>
              <a:t>Serialization means to </a:t>
            </a:r>
            <a:r>
              <a:rPr lang="en-US" b="1" dirty="0"/>
              <a:t>convert an object into that string</a:t>
            </a:r>
            <a:r>
              <a:rPr lang="en-US" dirty="0"/>
              <a:t>. (Object </a:t>
            </a:r>
            <a:r>
              <a:rPr lang="en-US" dirty="0">
                <a:sym typeface="Wingdings" panose="05000000000000000000" pitchFamily="2" charset="2"/>
              </a:rPr>
              <a:t> String)</a:t>
            </a:r>
            <a:endParaRPr lang="en-US" dirty="0"/>
          </a:p>
          <a:p>
            <a:pPr lvl="1"/>
            <a:r>
              <a:rPr lang="en-US" dirty="0"/>
              <a:t>Serialization is the process of converting the state of an object, that is, the values of its properties, into a form that can be stored or transmitted. </a:t>
            </a:r>
          </a:p>
          <a:p>
            <a:pPr lvl="1"/>
            <a:r>
              <a:rPr lang="en-US" dirty="0"/>
              <a:t>The serialized form doesn't include any information about an object's associated methods.</a:t>
            </a:r>
          </a:p>
          <a:p>
            <a:pPr lvl="1"/>
            <a:r>
              <a:rPr lang="en-US" b="1" dirty="0"/>
              <a:t>So, serialization converts the object into a shareable format.</a:t>
            </a:r>
            <a:endParaRPr lang="en-US" dirty="0"/>
          </a:p>
          <a:p>
            <a:r>
              <a:rPr lang="en-US" b="1" dirty="0">
                <a:solidFill>
                  <a:schemeClr val="accent6"/>
                </a:solidFill>
              </a:rPr>
              <a:t>Deserialization</a:t>
            </a:r>
          </a:p>
          <a:p>
            <a:pPr lvl="1"/>
            <a:r>
              <a:rPr lang="en-US" dirty="0"/>
              <a:t>Deserialization is its </a:t>
            </a:r>
            <a:r>
              <a:rPr lang="en-US" b="1" dirty="0"/>
              <a:t>inverse operation</a:t>
            </a:r>
            <a:r>
              <a:rPr lang="en-US" dirty="0"/>
              <a:t> (String </a:t>
            </a:r>
            <a:r>
              <a:rPr lang="en-US" dirty="0">
                <a:sym typeface="Wingdings" panose="05000000000000000000" pitchFamily="2" charset="2"/>
              </a:rPr>
              <a:t></a:t>
            </a:r>
            <a:r>
              <a:rPr lang="en-US" dirty="0"/>
              <a:t> Object).</a:t>
            </a:r>
          </a:p>
          <a:p>
            <a:pPr lvl="1"/>
            <a:r>
              <a:rPr lang="en-US" dirty="0"/>
              <a:t>Deserialization is the process of converting the serialized stream of data into the original object state. </a:t>
            </a:r>
          </a:p>
          <a:p>
            <a:pPr lvl="1"/>
            <a:r>
              <a:rPr lang="en-US" dirty="0"/>
              <a:t>This ensures that the original state is not altered and is recreated when we need it.</a:t>
            </a:r>
          </a:p>
          <a:p>
            <a:pPr lvl="1"/>
            <a:endParaRPr lang="en-US" dirty="0"/>
          </a:p>
          <a:p>
            <a:pPr lvl="1"/>
            <a:endParaRPr lang="en-US" dirty="0"/>
          </a:p>
          <a:p>
            <a:pPr lvl="1"/>
            <a:endParaRPr lang="en-US" dirty="0"/>
          </a:p>
          <a:p>
            <a:endParaRPr lang="en-US" dirty="0"/>
          </a:p>
          <a:p>
            <a:endParaRPr lang="en-US" dirty="0"/>
          </a:p>
        </p:txBody>
      </p:sp>
      <p:sp>
        <p:nvSpPr>
          <p:cNvPr id="3" name="Title 2"/>
          <p:cNvSpPr>
            <a:spLocks noGrp="1"/>
          </p:cNvSpPr>
          <p:nvPr>
            <p:ph type="title"/>
          </p:nvPr>
        </p:nvSpPr>
        <p:spPr/>
        <p:txBody>
          <a:bodyPr/>
          <a:lstStyle/>
          <a:p>
            <a:r>
              <a:rPr lang="en-US" dirty="0"/>
              <a:t>Difference between JSON serialize and JSON deserialize?</a:t>
            </a:r>
          </a:p>
        </p:txBody>
      </p:sp>
    </p:spTree>
    <p:extLst>
      <p:ext uri="{BB962C8B-B14F-4D97-AF65-F5344CB8AC3E}">
        <p14:creationId xmlns:p14="http://schemas.microsoft.com/office/powerpoint/2010/main" val="3792865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JSON Serialization Example</a:t>
            </a:r>
          </a:p>
        </p:txBody>
      </p:sp>
      <p:sp>
        <p:nvSpPr>
          <p:cNvPr id="4" name="TextBox 3"/>
          <p:cNvSpPr txBox="1"/>
          <p:nvPr/>
        </p:nvSpPr>
        <p:spPr>
          <a:xfrm>
            <a:off x="5680365" y="805166"/>
            <a:ext cx="6384118" cy="2954655"/>
          </a:xfrm>
          <a:prstGeom prst="rect">
            <a:avLst/>
          </a:prstGeom>
          <a:solidFill>
            <a:schemeClr val="bg1">
              <a:lumMod val="95000"/>
            </a:schemeClr>
          </a:solidFill>
        </p:spPr>
        <p:txBody>
          <a:bodyPr wrap="square" rtlCol="0">
            <a:spAutoFit/>
          </a:bodyPr>
          <a:lstStyle/>
          <a:p>
            <a:pPr eaLnBrk="0" fontAlgn="base" hangingPunct="0">
              <a:spcBef>
                <a:spcPct val="0"/>
              </a:spcBef>
              <a:spcAft>
                <a:spcPct val="0"/>
              </a:spcAft>
            </a:pPr>
            <a:r>
              <a:rPr lang="en-US" dirty="0">
                <a:solidFill>
                  <a:srgbClr val="066555"/>
                </a:solidFill>
                <a:latin typeface="Consolas" panose="020B0609020204030204" pitchFamily="49" charset="0"/>
              </a:rPr>
              <a:t>//</a:t>
            </a:r>
            <a:r>
              <a:rPr lang="en-US" dirty="0" err="1">
                <a:solidFill>
                  <a:srgbClr val="066555"/>
                </a:solidFill>
                <a:latin typeface="Consolas" panose="020B0609020204030204" pitchFamily="49" charset="0"/>
              </a:rPr>
              <a:t>Program.cs</a:t>
            </a:r>
            <a:r>
              <a:rPr lang="en-US" dirty="0">
                <a:solidFill>
                  <a:srgbClr val="000000"/>
                </a:solidFill>
                <a:latin typeface="Consolas" panose="020B0609020204030204" pitchFamily="49" charset="0"/>
              </a:rPr>
              <a:t> </a:t>
            </a:r>
            <a:endParaRPr lang="en-US" sz="4400" dirty="0">
              <a:latin typeface="Arial" panose="020B0604020202020204" pitchFamily="34" charset="0"/>
            </a:endParaRPr>
          </a:p>
          <a:p>
            <a:pPr lvl="0" eaLnBrk="0" fontAlgn="base" hangingPunct="0">
              <a:spcBef>
                <a:spcPct val="0"/>
              </a:spcBef>
              <a:spcAft>
                <a:spcPct val="0"/>
              </a:spcAft>
            </a:pPr>
            <a:endParaRPr lang="en-US" sz="1400" dirty="0">
              <a:solidFill>
                <a:srgbClr val="0000FF"/>
              </a:solidFill>
              <a:latin typeface="Consolas" panose="020B0609020204030204" pitchFamily="49" charset="0"/>
            </a:endParaRPr>
          </a:p>
          <a:p>
            <a:pPr lvl="0" eaLnBrk="0" fontAlgn="base" hangingPunct="0">
              <a:spcBef>
                <a:spcPct val="0"/>
              </a:spcBef>
              <a:spcAft>
                <a:spcPct val="0"/>
              </a:spcAft>
            </a:pPr>
            <a:r>
              <a:rPr lang="en-US" sz="1400" dirty="0">
                <a:solidFill>
                  <a:srgbClr val="0000FF"/>
                </a:solidFill>
                <a:latin typeface="Consolas" panose="020B0609020204030204" pitchFamily="49" charset="0"/>
              </a:rPr>
              <a:t>using</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SerializeDemo</a:t>
            </a:r>
            <a:r>
              <a:rPr lang="en-US" sz="1400" dirty="0">
                <a:solidFill>
                  <a:srgbClr val="000000"/>
                </a:solidFill>
                <a:latin typeface="Consolas" panose="020B0609020204030204" pitchFamily="49" charset="0"/>
              </a:rPr>
              <a:t>; </a:t>
            </a:r>
          </a:p>
          <a:p>
            <a:pPr lvl="0" eaLnBrk="0" fontAlgn="base" hangingPunct="0">
              <a:spcBef>
                <a:spcPct val="0"/>
              </a:spcBef>
              <a:spcAft>
                <a:spcPct val="0"/>
              </a:spcAft>
            </a:pPr>
            <a:r>
              <a:rPr lang="en-US" sz="1400" dirty="0">
                <a:solidFill>
                  <a:srgbClr val="0000FF"/>
                </a:solidFill>
                <a:latin typeface="Consolas" panose="020B0609020204030204" pitchFamily="49" charset="0"/>
              </a:rPr>
              <a:t>using</a:t>
            </a:r>
            <a:r>
              <a:rPr lang="en-US" sz="1400" dirty="0">
                <a:solidFill>
                  <a:srgbClr val="000000"/>
                </a:solidFill>
                <a:latin typeface="Consolas" panose="020B0609020204030204" pitchFamily="49" charset="0"/>
              </a:rPr>
              <a:t> </a:t>
            </a:r>
            <a:r>
              <a:rPr lang="en-US" sz="1400" b="1" dirty="0" err="1">
                <a:solidFill>
                  <a:schemeClr val="tx2"/>
                </a:solidFill>
                <a:latin typeface="Consolas" panose="020B0609020204030204" pitchFamily="49" charset="0"/>
              </a:rPr>
              <a:t>Newtonsoft.Json</a:t>
            </a:r>
            <a:r>
              <a:rPr lang="en-US" sz="1400" dirty="0">
                <a:solidFill>
                  <a:srgbClr val="000000"/>
                </a:solidFill>
                <a:latin typeface="Consolas" panose="020B0609020204030204" pitchFamily="49" charset="0"/>
              </a:rPr>
              <a:t>;</a:t>
            </a:r>
          </a:p>
          <a:p>
            <a:pPr lvl="0" eaLnBrk="0" fontAlgn="base" hangingPunct="0">
              <a:spcBef>
                <a:spcPct val="0"/>
              </a:spcBef>
              <a:spcAft>
                <a:spcPct val="0"/>
              </a:spcAft>
            </a:pPr>
            <a:endParaRPr lang="en-US" sz="1400" dirty="0">
              <a:solidFill>
                <a:srgbClr val="000000"/>
              </a:solidFill>
              <a:latin typeface="Consolas" panose="020B0609020204030204" pitchFamily="49" charset="0"/>
            </a:endParaRPr>
          </a:p>
          <a:p>
            <a:pPr lvl="0" eaLnBrk="0" fontAlgn="base" hangingPunct="0">
              <a:spcBef>
                <a:spcPct val="0"/>
              </a:spcBef>
              <a:spcAft>
                <a:spcPct val="0"/>
              </a:spcAft>
            </a:pPr>
            <a:r>
              <a:rPr lang="en-US" sz="1400" dirty="0">
                <a:solidFill>
                  <a:srgbClr val="066555"/>
                </a:solidFill>
                <a:latin typeface="Consolas" panose="020B0609020204030204" pitchFamily="49" charset="0"/>
              </a:rPr>
              <a:t>Student</a:t>
            </a:r>
            <a:r>
              <a:rPr lang="en-US" sz="1400" dirty="0">
                <a:solidFill>
                  <a:srgbClr val="000000"/>
                </a:solidFill>
                <a:latin typeface="Consolas" panose="020B0609020204030204" pitchFamily="49" charset="0"/>
              </a:rPr>
              <a:t> </a:t>
            </a:r>
            <a:r>
              <a:rPr lang="en-US" sz="1400" b="1" dirty="0" err="1">
                <a:solidFill>
                  <a:srgbClr val="1F377F"/>
                </a:solidFill>
                <a:latin typeface="Consolas" panose="020B0609020204030204" pitchFamily="49" charset="0"/>
              </a:rPr>
              <a:t>std</a:t>
            </a:r>
            <a:r>
              <a:rPr lang="en-US" sz="1400" dirty="0">
                <a:solidFill>
                  <a:srgbClr val="000000"/>
                </a:solidFill>
                <a:latin typeface="Consolas" panose="020B0609020204030204" pitchFamily="49" charset="0"/>
              </a:rPr>
              <a:t> = </a:t>
            </a:r>
            <a:r>
              <a:rPr lang="en-US" sz="1400" dirty="0">
                <a:solidFill>
                  <a:srgbClr val="0000FF"/>
                </a:solidFill>
                <a:latin typeface="Consolas" panose="020B0609020204030204" pitchFamily="49" charset="0"/>
              </a:rPr>
              <a:t>new</a:t>
            </a:r>
            <a:r>
              <a:rPr lang="en-US" sz="1400" dirty="0">
                <a:solidFill>
                  <a:srgbClr val="000000"/>
                </a:solidFill>
                <a:latin typeface="Consolas" panose="020B0609020204030204" pitchFamily="49" charset="0"/>
              </a:rPr>
              <a:t> </a:t>
            </a:r>
            <a:r>
              <a:rPr lang="en-US" sz="1400" dirty="0">
                <a:solidFill>
                  <a:srgbClr val="066555"/>
                </a:solidFill>
                <a:latin typeface="Consolas" panose="020B0609020204030204" pitchFamily="49" charset="0"/>
              </a:rPr>
              <a:t>Student</a:t>
            </a:r>
            <a:r>
              <a:rPr lang="en-US" sz="1400" dirty="0">
                <a:solidFill>
                  <a:srgbClr val="000000"/>
                </a:solidFill>
                <a:latin typeface="Consolas" panose="020B0609020204030204" pitchFamily="49" charset="0"/>
              </a:rPr>
              <a:t>() </a:t>
            </a:r>
          </a:p>
          <a:p>
            <a:pPr lvl="0" eaLnBrk="0" fontAlgn="base" hangingPunct="0">
              <a:spcBef>
                <a:spcPct val="0"/>
              </a:spcBef>
              <a:spcAft>
                <a:spcPct val="0"/>
              </a:spcAft>
            </a:pPr>
            <a:r>
              <a:rPr lang="en-US" sz="1400" dirty="0">
                <a:solidFill>
                  <a:srgbClr val="000000"/>
                </a:solidFill>
                <a:latin typeface="Consolas" panose="020B0609020204030204" pitchFamily="49" charset="0"/>
              </a:rPr>
              <a:t>{     </a:t>
            </a:r>
          </a:p>
          <a:p>
            <a:pPr lvl="0" eaLnBrk="0" fontAlgn="base" hangingPunct="0">
              <a:spcBef>
                <a:spcPct val="0"/>
              </a:spcBef>
              <a:spcAft>
                <a:spcPct val="0"/>
              </a:spcAft>
            </a:pP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StudentID</a:t>
            </a:r>
            <a:r>
              <a:rPr lang="en-US" sz="1400" dirty="0">
                <a:solidFill>
                  <a:srgbClr val="000000"/>
                </a:solidFill>
                <a:latin typeface="Consolas" panose="020B0609020204030204" pitchFamily="49" charset="0"/>
              </a:rPr>
              <a:t> = 101,     </a:t>
            </a:r>
          </a:p>
          <a:p>
            <a:pPr lvl="0" eaLnBrk="0" fontAlgn="base" hangingPunct="0">
              <a:spcBef>
                <a:spcPct val="0"/>
              </a:spcBef>
              <a:spcAft>
                <a:spcPct val="0"/>
              </a:spcAft>
            </a:pPr>
            <a:r>
              <a:rPr lang="en-US" sz="1400" dirty="0">
                <a:solidFill>
                  <a:srgbClr val="000000"/>
                </a:solidFill>
                <a:latin typeface="Consolas" panose="020B0609020204030204" pitchFamily="49" charset="0"/>
              </a:rPr>
              <a:t>	Name = </a:t>
            </a:r>
            <a:r>
              <a:rPr lang="en-US" sz="1400" dirty="0">
                <a:solidFill>
                  <a:srgbClr val="A31515"/>
                </a:solidFill>
                <a:latin typeface="Consolas" panose="020B0609020204030204" pitchFamily="49" charset="0"/>
              </a:rPr>
              <a:t>"</a:t>
            </a:r>
            <a:r>
              <a:rPr lang="en-US" sz="1400" dirty="0" err="1">
                <a:solidFill>
                  <a:srgbClr val="A31515"/>
                </a:solidFill>
                <a:latin typeface="Consolas" panose="020B0609020204030204" pitchFamily="49" charset="0"/>
              </a:rPr>
              <a:t>Naimish</a:t>
            </a:r>
            <a:r>
              <a:rPr lang="en-US" sz="1400" dirty="0">
                <a:solidFill>
                  <a:srgbClr val="A31515"/>
                </a:solidFill>
                <a:latin typeface="Consolas" panose="020B0609020204030204" pitchFamily="49" charset="0"/>
              </a:rPr>
              <a:t>"</a:t>
            </a:r>
            <a:r>
              <a:rPr lang="en-US" sz="1400" dirty="0">
                <a:solidFill>
                  <a:srgbClr val="000000"/>
                </a:solidFill>
                <a:latin typeface="Consolas" panose="020B0609020204030204" pitchFamily="49" charset="0"/>
              </a:rPr>
              <a:t>,     </a:t>
            </a:r>
          </a:p>
          <a:p>
            <a:pPr lvl="0" eaLnBrk="0" fontAlgn="base" hangingPunct="0">
              <a:spcBef>
                <a:spcPct val="0"/>
              </a:spcBef>
              <a:spcAft>
                <a:spcPct val="0"/>
              </a:spcAft>
            </a:pPr>
            <a:r>
              <a:rPr lang="en-US" sz="1400" dirty="0">
                <a:solidFill>
                  <a:srgbClr val="000000"/>
                </a:solidFill>
                <a:latin typeface="Consolas" panose="020B0609020204030204" pitchFamily="49" charset="0"/>
              </a:rPr>
              <a:t>	City = </a:t>
            </a:r>
            <a:r>
              <a:rPr lang="en-US" sz="1400" dirty="0">
                <a:solidFill>
                  <a:srgbClr val="A31515"/>
                </a:solidFill>
                <a:latin typeface="Consolas" panose="020B0609020204030204" pitchFamily="49" charset="0"/>
              </a:rPr>
              <a:t>"Rajkot"</a:t>
            </a:r>
            <a:r>
              <a:rPr lang="en-US" sz="1400" dirty="0">
                <a:solidFill>
                  <a:srgbClr val="000000"/>
                </a:solidFill>
                <a:latin typeface="Consolas" panose="020B0609020204030204" pitchFamily="49" charset="0"/>
              </a:rPr>
              <a:t> </a:t>
            </a:r>
          </a:p>
          <a:p>
            <a:pPr lvl="0" eaLnBrk="0" fontAlgn="base" hangingPunct="0">
              <a:spcBef>
                <a:spcPct val="0"/>
              </a:spcBef>
              <a:spcAft>
                <a:spcPct val="0"/>
              </a:spcAft>
            </a:pPr>
            <a:r>
              <a:rPr lang="en-US" sz="1400" dirty="0">
                <a:solidFill>
                  <a:srgbClr val="000000"/>
                </a:solidFill>
                <a:latin typeface="Consolas" panose="020B0609020204030204" pitchFamily="49" charset="0"/>
              </a:rPr>
              <a:t>}; </a:t>
            </a:r>
          </a:p>
          <a:p>
            <a:pPr lvl="0" eaLnBrk="0" fontAlgn="base" hangingPunct="0">
              <a:spcBef>
                <a:spcPct val="0"/>
              </a:spcBef>
              <a:spcAft>
                <a:spcPct val="0"/>
              </a:spcAft>
            </a:pPr>
            <a:r>
              <a:rPr lang="en-US" sz="1400" dirty="0">
                <a:solidFill>
                  <a:srgbClr val="0000FF"/>
                </a:solidFill>
                <a:latin typeface="Consolas" panose="020B0609020204030204" pitchFamily="49" charset="0"/>
              </a:rPr>
              <a:t>string</a:t>
            </a:r>
            <a:r>
              <a:rPr lang="en-US" sz="1400" dirty="0">
                <a:solidFill>
                  <a:srgbClr val="000000"/>
                </a:solidFill>
                <a:latin typeface="Consolas" panose="020B0609020204030204" pitchFamily="49" charset="0"/>
              </a:rPr>
              <a:t> </a:t>
            </a:r>
            <a:r>
              <a:rPr lang="en-US" sz="1400" b="1" dirty="0" err="1">
                <a:solidFill>
                  <a:srgbClr val="1F377F"/>
                </a:solidFill>
                <a:latin typeface="Consolas" panose="020B0609020204030204" pitchFamily="49" charset="0"/>
              </a:rPr>
              <a:t>jsonData</a:t>
            </a:r>
            <a:r>
              <a:rPr lang="en-US" sz="1400" dirty="0">
                <a:solidFill>
                  <a:srgbClr val="000000"/>
                </a:solidFill>
                <a:latin typeface="Consolas" panose="020B0609020204030204" pitchFamily="49" charset="0"/>
              </a:rPr>
              <a:t> = </a:t>
            </a:r>
            <a:r>
              <a:rPr lang="en-US" sz="1400" dirty="0" err="1">
                <a:solidFill>
                  <a:srgbClr val="066555"/>
                </a:solidFill>
                <a:latin typeface="Consolas" panose="020B0609020204030204" pitchFamily="49" charset="0"/>
              </a:rPr>
              <a:t>JsonConvert</a:t>
            </a:r>
            <a:r>
              <a:rPr lang="en-US" sz="1400" dirty="0" err="1">
                <a:solidFill>
                  <a:srgbClr val="000000"/>
                </a:solidFill>
                <a:latin typeface="Consolas" panose="020B0609020204030204" pitchFamily="49" charset="0"/>
              </a:rPr>
              <a:t>.</a:t>
            </a:r>
            <a:r>
              <a:rPr lang="en-US" sz="1400" dirty="0" err="1">
                <a:solidFill>
                  <a:schemeClr val="accent6">
                    <a:lumMod val="50000"/>
                  </a:schemeClr>
                </a:solidFill>
                <a:latin typeface="Consolas" panose="020B0609020204030204" pitchFamily="49" charset="0"/>
              </a:rPr>
              <a:t>SerializeObject</a:t>
            </a:r>
            <a:r>
              <a:rPr lang="en-US" sz="1400" dirty="0">
                <a:solidFill>
                  <a:srgbClr val="000000"/>
                </a:solidFill>
                <a:latin typeface="Consolas" panose="020B0609020204030204" pitchFamily="49" charset="0"/>
              </a:rPr>
              <a:t>(</a:t>
            </a:r>
            <a:r>
              <a:rPr lang="en-US" sz="1400" b="1" dirty="0" err="1">
                <a:solidFill>
                  <a:srgbClr val="1F377F"/>
                </a:solidFill>
                <a:latin typeface="Consolas" panose="020B0609020204030204" pitchFamily="49" charset="0"/>
              </a:rPr>
              <a:t>std</a:t>
            </a:r>
            <a:r>
              <a:rPr lang="en-US" sz="1400" dirty="0">
                <a:solidFill>
                  <a:srgbClr val="000000"/>
                </a:solidFill>
                <a:latin typeface="Consolas" panose="020B0609020204030204" pitchFamily="49" charset="0"/>
              </a:rPr>
              <a:t>); </a:t>
            </a:r>
          </a:p>
          <a:p>
            <a:pPr lvl="0" eaLnBrk="0" fontAlgn="base" hangingPunct="0">
              <a:spcBef>
                <a:spcPct val="0"/>
              </a:spcBef>
              <a:spcAft>
                <a:spcPct val="0"/>
              </a:spcAft>
            </a:pPr>
            <a:r>
              <a:rPr lang="en-US" sz="1400" dirty="0" err="1">
                <a:solidFill>
                  <a:srgbClr val="066555"/>
                </a:solidFill>
                <a:latin typeface="Consolas" panose="020B0609020204030204" pitchFamily="49" charset="0"/>
              </a:rPr>
              <a:t>Console</a:t>
            </a:r>
            <a:r>
              <a:rPr lang="en-US" sz="1400" dirty="0" err="1">
                <a:solidFill>
                  <a:srgbClr val="000000"/>
                </a:solidFill>
                <a:latin typeface="Consolas" panose="020B0609020204030204" pitchFamily="49" charset="0"/>
              </a:rPr>
              <a:t>.</a:t>
            </a:r>
            <a:r>
              <a:rPr lang="en-US" sz="1400" dirty="0" err="1">
                <a:solidFill>
                  <a:schemeClr val="accent6">
                    <a:lumMod val="50000"/>
                  </a:schemeClr>
                </a:solidFill>
                <a:latin typeface="Consolas" panose="020B0609020204030204" pitchFamily="49" charset="0"/>
              </a:rPr>
              <a:t>WriteLine</a:t>
            </a:r>
            <a:r>
              <a:rPr lang="en-US" sz="1400" dirty="0">
                <a:solidFill>
                  <a:srgbClr val="000000"/>
                </a:solidFill>
                <a:latin typeface="Consolas" panose="020B0609020204030204" pitchFamily="49" charset="0"/>
              </a:rPr>
              <a:t>(</a:t>
            </a:r>
            <a:r>
              <a:rPr lang="en-US" sz="1400" b="1" dirty="0" err="1">
                <a:solidFill>
                  <a:srgbClr val="1F377F"/>
                </a:solidFill>
                <a:latin typeface="Consolas" panose="020B0609020204030204" pitchFamily="49" charset="0"/>
              </a:rPr>
              <a:t>jsonData</a:t>
            </a:r>
            <a:r>
              <a:rPr lang="en-US" sz="1400" dirty="0">
                <a:solidFill>
                  <a:srgbClr val="000000"/>
                </a:solidFill>
                <a:latin typeface="Consolas" panose="020B0609020204030204" pitchFamily="49" charset="0"/>
              </a:rPr>
              <a:t>);</a:t>
            </a:r>
            <a:endParaRPr lang="en-US" sz="1400" dirty="0">
              <a:latin typeface="Arial" panose="020B0604020202020204" pitchFamily="34" charset="0"/>
            </a:endParaRPr>
          </a:p>
        </p:txBody>
      </p:sp>
      <p:sp>
        <p:nvSpPr>
          <p:cNvPr id="7" name="TextBox 6"/>
          <p:cNvSpPr txBox="1"/>
          <p:nvPr/>
        </p:nvSpPr>
        <p:spPr>
          <a:xfrm>
            <a:off x="124691" y="808181"/>
            <a:ext cx="5344273" cy="2739211"/>
          </a:xfrm>
          <a:prstGeom prst="rect">
            <a:avLst/>
          </a:prstGeom>
          <a:solidFill>
            <a:schemeClr val="bg1">
              <a:lumMod val="95000"/>
            </a:schemeClr>
          </a:solidFill>
        </p:spPr>
        <p:txBody>
          <a:bodyPr wrap="square" rtlCol="0">
            <a:spAutoFit/>
          </a:bodyPr>
          <a:lstStyle/>
          <a:p>
            <a:pPr lvl="0" eaLnBrk="0" fontAlgn="base" hangingPunct="0">
              <a:spcBef>
                <a:spcPct val="0"/>
              </a:spcBef>
              <a:spcAft>
                <a:spcPct val="0"/>
              </a:spcAft>
            </a:pPr>
            <a:r>
              <a:rPr lang="en-US" dirty="0">
                <a:solidFill>
                  <a:srgbClr val="066555"/>
                </a:solidFill>
                <a:latin typeface="Consolas" panose="020B0609020204030204" pitchFamily="49" charset="0"/>
              </a:rPr>
              <a:t>//</a:t>
            </a:r>
            <a:r>
              <a:rPr lang="en-US" dirty="0" err="1">
                <a:solidFill>
                  <a:srgbClr val="066555"/>
                </a:solidFill>
                <a:latin typeface="Consolas" panose="020B0609020204030204" pitchFamily="49" charset="0"/>
              </a:rPr>
              <a:t>Student.cs</a:t>
            </a:r>
            <a:endParaRPr lang="en-US" dirty="0">
              <a:solidFill>
                <a:srgbClr val="066555"/>
              </a:solidFill>
              <a:latin typeface="Consolas" panose="020B0609020204030204" pitchFamily="49" charset="0"/>
            </a:endParaRPr>
          </a:p>
          <a:p>
            <a:pPr lvl="0" eaLnBrk="0" fontAlgn="base" hangingPunct="0">
              <a:spcBef>
                <a:spcPct val="0"/>
              </a:spcBef>
              <a:spcAft>
                <a:spcPct val="0"/>
              </a:spcAft>
            </a:pPr>
            <a:r>
              <a:rPr lang="en-US" sz="1400" dirty="0">
                <a:solidFill>
                  <a:srgbClr val="000000"/>
                </a:solidFill>
                <a:latin typeface="Consolas" panose="020B0609020204030204" pitchFamily="49" charset="0"/>
              </a:rPr>
              <a:t> </a:t>
            </a:r>
            <a:endParaRPr lang="en-US" sz="3600" dirty="0">
              <a:latin typeface="Arial" panose="020B0604020202020204" pitchFamily="34" charset="0"/>
            </a:endParaRPr>
          </a:p>
          <a:p>
            <a:pPr lvl="0"/>
            <a:r>
              <a:rPr lang="en-US" sz="1400" dirty="0">
                <a:solidFill>
                  <a:srgbClr val="0000FF"/>
                </a:solidFill>
                <a:latin typeface="Consolas" panose="020B0609020204030204" pitchFamily="49" charset="0"/>
              </a:rPr>
              <a:t>namespace</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SerializeDemo</a:t>
            </a:r>
            <a:endParaRPr lang="en-US" sz="1400" dirty="0">
              <a:solidFill>
                <a:srgbClr val="000000"/>
              </a:solidFill>
              <a:latin typeface="Consolas" panose="020B0609020204030204" pitchFamily="49" charset="0"/>
            </a:endParaRPr>
          </a:p>
          <a:p>
            <a:pPr lvl="0"/>
            <a:r>
              <a:rPr lang="en-US" sz="1400" dirty="0">
                <a:solidFill>
                  <a:srgbClr val="000000"/>
                </a:solidFill>
                <a:latin typeface="Consolas" panose="020B0609020204030204" pitchFamily="49" charset="0"/>
              </a:rPr>
              <a:t>{     </a:t>
            </a:r>
          </a:p>
          <a:p>
            <a:pPr lvl="0"/>
            <a:r>
              <a:rPr lang="en-US" sz="1400" dirty="0">
                <a:solidFill>
                  <a:srgbClr val="0000FF"/>
                </a:solidFill>
                <a:latin typeface="Consolas" panose="020B0609020204030204" pitchFamily="49" charset="0"/>
              </a:rPr>
              <a:t>	public</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class</a:t>
            </a:r>
            <a:r>
              <a:rPr lang="en-US" sz="1400" dirty="0">
                <a:solidFill>
                  <a:srgbClr val="000000"/>
                </a:solidFill>
                <a:latin typeface="Consolas" panose="020B0609020204030204" pitchFamily="49" charset="0"/>
              </a:rPr>
              <a:t> </a:t>
            </a:r>
            <a:r>
              <a:rPr lang="en-US" sz="1400" dirty="0">
                <a:solidFill>
                  <a:srgbClr val="066555"/>
                </a:solidFill>
                <a:latin typeface="Consolas" panose="020B0609020204030204" pitchFamily="49" charset="0"/>
              </a:rPr>
              <a:t>Student</a:t>
            </a:r>
            <a:r>
              <a:rPr lang="en-US" sz="1400" dirty="0">
                <a:solidFill>
                  <a:srgbClr val="000000"/>
                </a:solidFill>
                <a:latin typeface="Consolas" panose="020B0609020204030204" pitchFamily="49" charset="0"/>
              </a:rPr>
              <a:t>     </a:t>
            </a:r>
          </a:p>
          <a:p>
            <a:pPr lvl="0"/>
            <a:r>
              <a:rPr lang="en-US" sz="1400" dirty="0">
                <a:solidFill>
                  <a:srgbClr val="000000"/>
                </a:solidFill>
                <a:latin typeface="Consolas" panose="020B0609020204030204" pitchFamily="49" charset="0"/>
              </a:rPr>
              <a:t>	{         </a:t>
            </a:r>
          </a:p>
          <a:p>
            <a:pPr lvl="2"/>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public</a:t>
            </a:r>
            <a:r>
              <a:rPr lang="en-US" sz="1400" dirty="0">
                <a:solidFill>
                  <a:srgbClr val="000000"/>
                </a:solidFill>
                <a:latin typeface="Consolas" panose="020B0609020204030204" pitchFamily="49" charset="0"/>
              </a:rPr>
              <a:t> </a:t>
            </a:r>
            <a:r>
              <a:rPr lang="en-US" sz="1400" dirty="0" err="1">
                <a:solidFill>
                  <a:srgbClr val="0000FF"/>
                </a:solidFill>
                <a:latin typeface="Consolas" panose="020B0609020204030204" pitchFamily="49" charset="0"/>
              </a:rPr>
              <a:t>int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StudentID</a:t>
            </a:r>
            <a:r>
              <a:rPr lang="en-US" sz="1400" dirty="0">
                <a:solidFill>
                  <a:srgbClr val="000000"/>
                </a:solidFill>
                <a:latin typeface="Consolas" panose="020B0609020204030204" pitchFamily="49" charset="0"/>
              </a:rPr>
              <a:t> { </a:t>
            </a:r>
            <a:r>
              <a:rPr lang="en-US" sz="1400" dirty="0">
                <a:solidFill>
                  <a:srgbClr val="0000FF"/>
                </a:solidFill>
                <a:latin typeface="Consolas" panose="020B0609020204030204" pitchFamily="49" charset="0"/>
              </a:rPr>
              <a:t>get</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set</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public</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string</a:t>
            </a:r>
            <a:r>
              <a:rPr lang="en-US" sz="1400" dirty="0">
                <a:solidFill>
                  <a:srgbClr val="000000"/>
                </a:solidFill>
                <a:latin typeface="Consolas" panose="020B0609020204030204" pitchFamily="49" charset="0"/>
              </a:rPr>
              <a:t> Name { </a:t>
            </a:r>
            <a:r>
              <a:rPr lang="en-US" sz="1400" dirty="0">
                <a:solidFill>
                  <a:srgbClr val="0000FF"/>
                </a:solidFill>
                <a:latin typeface="Consolas" panose="020B0609020204030204" pitchFamily="49" charset="0"/>
              </a:rPr>
              <a:t>get</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set</a:t>
            </a:r>
            <a:r>
              <a:rPr lang="en-US" sz="1400" dirty="0">
                <a:solidFill>
                  <a:srgbClr val="000000"/>
                </a:solidFill>
                <a:latin typeface="Consolas" panose="020B0609020204030204" pitchFamily="49" charset="0"/>
              </a:rPr>
              <a:t>; }</a:t>
            </a:r>
          </a:p>
          <a:p>
            <a:pPr lvl="4"/>
            <a:r>
              <a:rPr lang="en-US" sz="1400" dirty="0">
                <a:solidFill>
                  <a:srgbClr val="0000FF"/>
                </a:solidFill>
                <a:latin typeface="Consolas" panose="020B0609020204030204" pitchFamily="49" charset="0"/>
              </a:rPr>
              <a:t>public</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string</a:t>
            </a:r>
            <a:r>
              <a:rPr lang="en-US" sz="1400" dirty="0">
                <a:solidFill>
                  <a:srgbClr val="000000"/>
                </a:solidFill>
                <a:latin typeface="Consolas" panose="020B0609020204030204" pitchFamily="49" charset="0"/>
              </a:rPr>
              <a:t> City { </a:t>
            </a:r>
            <a:r>
              <a:rPr lang="en-US" sz="1400" dirty="0">
                <a:solidFill>
                  <a:srgbClr val="0000FF"/>
                </a:solidFill>
                <a:latin typeface="Consolas" panose="020B0609020204030204" pitchFamily="49" charset="0"/>
              </a:rPr>
              <a:t>get</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set</a:t>
            </a:r>
            <a:r>
              <a:rPr lang="en-US" sz="1400" dirty="0">
                <a:solidFill>
                  <a:srgbClr val="000000"/>
                </a:solidFill>
                <a:latin typeface="Consolas" panose="020B0609020204030204" pitchFamily="49" charset="0"/>
              </a:rPr>
              <a:t>; }    </a:t>
            </a:r>
          </a:p>
          <a:p>
            <a:pPr lvl="0"/>
            <a:r>
              <a:rPr lang="en-US" sz="1400" dirty="0">
                <a:solidFill>
                  <a:srgbClr val="000000"/>
                </a:solidFill>
                <a:latin typeface="Consolas" panose="020B0609020204030204" pitchFamily="49" charset="0"/>
              </a:rPr>
              <a:t>	} </a:t>
            </a:r>
          </a:p>
          <a:p>
            <a:pPr lvl="0"/>
            <a:r>
              <a:rPr lang="en-US" sz="1400" dirty="0">
                <a:solidFill>
                  <a:srgbClr val="000000"/>
                </a:solidFill>
                <a:latin typeface="Consolas" panose="020B0609020204030204" pitchFamily="49" charset="0"/>
              </a:rPr>
              <a:t>} </a:t>
            </a:r>
            <a:endParaRPr lang="en-US" sz="3600" dirty="0">
              <a:latin typeface="Arial" panose="020B0604020202020204" pitchFamily="34" charset="0"/>
            </a:endParaRPr>
          </a:p>
        </p:txBody>
      </p:sp>
      <p:pic>
        <p:nvPicPr>
          <p:cNvPr id="11" name="Picture 10"/>
          <p:cNvPicPr>
            <a:picLocks noChangeAspect="1"/>
          </p:cNvPicPr>
          <p:nvPr/>
        </p:nvPicPr>
        <p:blipFill>
          <a:blip r:embed="rId2"/>
          <a:stretch>
            <a:fillRect/>
          </a:stretch>
        </p:blipFill>
        <p:spPr>
          <a:xfrm>
            <a:off x="1168864" y="4441731"/>
            <a:ext cx="9593014" cy="419158"/>
          </a:xfrm>
          <a:prstGeom prst="rect">
            <a:avLst/>
          </a:prstGeom>
        </p:spPr>
      </p:pic>
      <p:sp>
        <p:nvSpPr>
          <p:cNvPr id="12" name="TextBox 11"/>
          <p:cNvSpPr txBox="1"/>
          <p:nvPr/>
        </p:nvSpPr>
        <p:spPr>
          <a:xfrm>
            <a:off x="1073020" y="4002833"/>
            <a:ext cx="1455576" cy="400110"/>
          </a:xfrm>
          <a:prstGeom prst="rect">
            <a:avLst/>
          </a:prstGeom>
          <a:noFill/>
        </p:spPr>
        <p:txBody>
          <a:bodyPr wrap="square" rtlCol="0">
            <a:spAutoFit/>
          </a:bodyPr>
          <a:lstStyle/>
          <a:p>
            <a:r>
              <a:rPr lang="en-US" sz="2000" b="1" dirty="0">
                <a:solidFill>
                  <a:schemeClr val="tx2"/>
                </a:solidFill>
              </a:rPr>
              <a:t>Output</a:t>
            </a:r>
          </a:p>
        </p:txBody>
      </p:sp>
    </p:spTree>
    <p:extLst>
      <p:ext uri="{BB962C8B-B14F-4D97-AF65-F5344CB8AC3E}">
        <p14:creationId xmlns:p14="http://schemas.microsoft.com/office/powerpoint/2010/main" val="1277441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JSON Deserialization Example</a:t>
            </a:r>
          </a:p>
        </p:txBody>
      </p:sp>
      <p:sp>
        <p:nvSpPr>
          <p:cNvPr id="12" name="TextBox 11"/>
          <p:cNvSpPr txBox="1"/>
          <p:nvPr/>
        </p:nvSpPr>
        <p:spPr>
          <a:xfrm>
            <a:off x="0" y="4900550"/>
            <a:ext cx="1455576" cy="400110"/>
          </a:xfrm>
          <a:prstGeom prst="rect">
            <a:avLst/>
          </a:prstGeom>
          <a:noFill/>
        </p:spPr>
        <p:txBody>
          <a:bodyPr wrap="square" rtlCol="0">
            <a:spAutoFit/>
          </a:bodyPr>
          <a:lstStyle/>
          <a:p>
            <a:r>
              <a:rPr lang="en-US" sz="2000" b="1" dirty="0">
                <a:solidFill>
                  <a:schemeClr val="tx2"/>
                </a:solidFill>
              </a:rPr>
              <a:t>Output</a:t>
            </a:r>
          </a:p>
        </p:txBody>
      </p:sp>
      <p:pic>
        <p:nvPicPr>
          <p:cNvPr id="2" name="Picture 1"/>
          <p:cNvPicPr>
            <a:picLocks noChangeAspect="1"/>
          </p:cNvPicPr>
          <p:nvPr/>
        </p:nvPicPr>
        <p:blipFill>
          <a:blip r:embed="rId2"/>
          <a:stretch>
            <a:fillRect/>
          </a:stretch>
        </p:blipFill>
        <p:spPr>
          <a:xfrm>
            <a:off x="87071" y="813049"/>
            <a:ext cx="9983593" cy="3943900"/>
          </a:xfrm>
          <a:prstGeom prst="rect">
            <a:avLst/>
          </a:prstGeom>
          <a:ln>
            <a:solidFill>
              <a:schemeClr val="tx1"/>
            </a:solidFill>
          </a:ln>
        </p:spPr>
      </p:pic>
      <p:pic>
        <p:nvPicPr>
          <p:cNvPr id="5" name="Picture 4"/>
          <p:cNvPicPr>
            <a:picLocks noChangeAspect="1"/>
          </p:cNvPicPr>
          <p:nvPr/>
        </p:nvPicPr>
        <p:blipFill>
          <a:blip r:embed="rId3"/>
          <a:stretch>
            <a:fillRect/>
          </a:stretch>
        </p:blipFill>
        <p:spPr>
          <a:xfrm>
            <a:off x="87962" y="5275244"/>
            <a:ext cx="3534268" cy="352474"/>
          </a:xfrm>
          <a:prstGeom prst="rect">
            <a:avLst/>
          </a:prstGeom>
        </p:spPr>
      </p:pic>
    </p:spTree>
    <p:extLst>
      <p:ext uri="{BB962C8B-B14F-4D97-AF65-F5344CB8AC3E}">
        <p14:creationId xmlns:p14="http://schemas.microsoft.com/office/powerpoint/2010/main" val="2085839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i="1" dirty="0"/>
              <a:t>Object</a:t>
            </a:r>
          </a:p>
          <a:p>
            <a:pPr lvl="1"/>
            <a:r>
              <a:rPr lang="en-US" dirty="0"/>
              <a:t>An unordered “name/value” assembly. </a:t>
            </a:r>
          </a:p>
          <a:p>
            <a:pPr lvl="1"/>
            <a:r>
              <a:rPr lang="en-US" dirty="0"/>
              <a:t>An object begins with “{“ and ends with “}”. </a:t>
            </a:r>
          </a:p>
          <a:p>
            <a:pPr lvl="1"/>
            <a:r>
              <a:rPr lang="en-US" dirty="0"/>
              <a:t>Behind each “name”, there is a colon. And comma is used to separate much “name/value”.</a:t>
            </a:r>
          </a:p>
          <a:p>
            <a:pPr marL="457200" lvl="1" indent="0">
              <a:buNone/>
            </a:pPr>
            <a:endParaRPr lang="en-US" dirty="0"/>
          </a:p>
          <a:p>
            <a:r>
              <a:rPr lang="en-US" b="1" i="1" dirty="0"/>
              <a:t>Array (Multiple Objects)</a:t>
            </a:r>
          </a:p>
          <a:p>
            <a:pPr lvl="1"/>
            <a:r>
              <a:rPr lang="en-US" dirty="0"/>
              <a:t>Value order sets, an array begins with “[“ and end with “]”. </a:t>
            </a:r>
          </a:p>
          <a:p>
            <a:pPr lvl="1"/>
            <a:r>
              <a:rPr lang="en-US" dirty="0"/>
              <a:t>Values are separated with commas.</a:t>
            </a:r>
          </a:p>
          <a:p>
            <a:pPr lvl="1"/>
            <a:endParaRPr lang="en-US" dirty="0"/>
          </a:p>
          <a:p>
            <a:pPr lvl="1"/>
            <a:endParaRPr lang="en-US" dirty="0"/>
          </a:p>
          <a:p>
            <a:r>
              <a:rPr lang="en-US" b="1" i="1" dirty="0"/>
              <a:t>String</a:t>
            </a:r>
          </a:p>
          <a:p>
            <a:pPr lvl="1"/>
            <a:r>
              <a:rPr lang="en-US" dirty="0"/>
              <a:t>Any quantity Unicode character assembly which is enclosed with quotation marks. </a:t>
            </a:r>
          </a:p>
          <a:p>
            <a:pPr lvl="1"/>
            <a:r>
              <a:rPr lang="en-US" dirty="0"/>
              <a:t>It uses a backslash to escape.</a:t>
            </a:r>
          </a:p>
          <a:p>
            <a:pPr lvl="1"/>
            <a:endParaRPr lang="en-US" dirty="0"/>
          </a:p>
          <a:p>
            <a:pPr lvl="1"/>
            <a:endParaRPr lang="en-US" dirty="0"/>
          </a:p>
        </p:txBody>
      </p:sp>
      <p:sp>
        <p:nvSpPr>
          <p:cNvPr id="3" name="Title 2"/>
          <p:cNvSpPr>
            <a:spLocks noGrp="1"/>
          </p:cNvSpPr>
          <p:nvPr>
            <p:ph type="title"/>
          </p:nvPr>
        </p:nvSpPr>
        <p:spPr/>
        <p:txBody>
          <a:bodyPr/>
          <a:lstStyle/>
          <a:p>
            <a:r>
              <a:rPr lang="en-US" dirty="0"/>
              <a:t>Different styles of JSON</a:t>
            </a:r>
          </a:p>
        </p:txBody>
      </p:sp>
      <p:pic>
        <p:nvPicPr>
          <p:cNvPr id="4" name="Picture 3"/>
          <p:cNvPicPr>
            <a:picLocks noChangeAspect="1"/>
          </p:cNvPicPr>
          <p:nvPr/>
        </p:nvPicPr>
        <p:blipFill>
          <a:blip r:embed="rId2"/>
          <a:stretch>
            <a:fillRect/>
          </a:stretch>
        </p:blipFill>
        <p:spPr>
          <a:xfrm>
            <a:off x="1005413" y="2315525"/>
            <a:ext cx="7792537" cy="304843"/>
          </a:xfrm>
          <a:prstGeom prst="rect">
            <a:avLst/>
          </a:prstGeom>
        </p:spPr>
      </p:pic>
      <p:pic>
        <p:nvPicPr>
          <p:cNvPr id="5" name="Picture 4"/>
          <p:cNvPicPr>
            <a:picLocks noChangeAspect="1"/>
          </p:cNvPicPr>
          <p:nvPr/>
        </p:nvPicPr>
        <p:blipFill>
          <a:blip r:embed="rId3"/>
          <a:stretch>
            <a:fillRect/>
          </a:stretch>
        </p:blipFill>
        <p:spPr>
          <a:xfrm>
            <a:off x="1016179" y="3778279"/>
            <a:ext cx="8106906" cy="514422"/>
          </a:xfrm>
          <a:prstGeom prst="rect">
            <a:avLst/>
          </a:prstGeom>
        </p:spPr>
      </p:pic>
      <p:pic>
        <p:nvPicPr>
          <p:cNvPr id="6" name="Picture 5"/>
          <p:cNvPicPr>
            <a:picLocks noChangeAspect="1"/>
          </p:cNvPicPr>
          <p:nvPr/>
        </p:nvPicPr>
        <p:blipFill>
          <a:blip r:embed="rId4"/>
          <a:stretch>
            <a:fillRect/>
          </a:stretch>
        </p:blipFill>
        <p:spPr>
          <a:xfrm>
            <a:off x="947863" y="5538959"/>
            <a:ext cx="7944959" cy="333422"/>
          </a:xfrm>
          <a:prstGeom prst="rect">
            <a:avLst/>
          </a:prstGeom>
        </p:spPr>
      </p:pic>
    </p:spTree>
    <p:extLst>
      <p:ext uri="{BB962C8B-B14F-4D97-AF65-F5344CB8AC3E}">
        <p14:creationId xmlns:p14="http://schemas.microsoft.com/office/powerpoint/2010/main" val="3611725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 Placeholder 13">
            <a:extLst>
              <a:ext uri="{FF2B5EF4-FFF2-40B4-BE49-F238E27FC236}">
                <a16:creationId xmlns:a16="http://schemas.microsoft.com/office/drawing/2014/main" id="{E2AD8B6E-51EA-4A15-8752-4F221E5E02C5}"/>
              </a:ext>
            </a:extLst>
          </p:cNvPr>
          <p:cNvSpPr>
            <a:spLocks noGrp="1"/>
          </p:cNvSpPr>
          <p:nvPr>
            <p:ph type="body" sz="quarter" idx="16"/>
          </p:nvPr>
        </p:nvSpPr>
        <p:spPr>
          <a:xfrm>
            <a:off x="2581756" y="102057"/>
            <a:ext cx="4646358" cy="734653"/>
          </a:xfrm>
        </p:spPr>
        <p:txBody>
          <a:bodyPr/>
          <a:lstStyle/>
          <a:p>
            <a:r>
              <a:rPr lang="en-US" b="1" dirty="0"/>
              <a:t>Building RESTful APIs with </a:t>
            </a:r>
          </a:p>
          <a:p>
            <a:r>
              <a:rPr lang="en-US" b="1" dirty="0"/>
              <a:t>ASP.NET Core</a:t>
            </a:r>
          </a:p>
          <a:p>
            <a:r>
              <a:rPr lang="en-US" dirty="0"/>
              <a:t>#2401CS521</a:t>
            </a:r>
          </a:p>
        </p:txBody>
      </p:sp>
      <p:sp>
        <p:nvSpPr>
          <p:cNvPr id="28" name="Text Placeholder 9">
            <a:extLst>
              <a:ext uri="{FF2B5EF4-FFF2-40B4-BE49-F238E27FC236}">
                <a16:creationId xmlns:a16="http://schemas.microsoft.com/office/drawing/2014/main" id="{4F27F027-AAC9-4C88-B3AF-3C4A20BDDDA6}"/>
              </a:ext>
            </a:extLst>
          </p:cNvPr>
          <p:cNvSpPr>
            <a:spLocks noGrp="1"/>
          </p:cNvSpPr>
          <p:nvPr>
            <p:ph type="body" sz="quarter" idx="11"/>
          </p:nvPr>
        </p:nvSpPr>
        <p:spPr>
          <a:xfrm>
            <a:off x="2180943" y="6175935"/>
            <a:ext cx="3735998" cy="290081"/>
          </a:xfrm>
        </p:spPr>
        <p:txBody>
          <a:bodyPr/>
          <a:lstStyle/>
          <a:p>
            <a:r>
              <a:rPr lang="en-US" dirty="0"/>
              <a:t>Naimish.vadodariya@darshan.ac.in</a:t>
            </a:r>
          </a:p>
        </p:txBody>
      </p:sp>
      <p:sp>
        <p:nvSpPr>
          <p:cNvPr id="29" name="Text Placeholder 10">
            <a:extLst>
              <a:ext uri="{FF2B5EF4-FFF2-40B4-BE49-F238E27FC236}">
                <a16:creationId xmlns:a16="http://schemas.microsoft.com/office/drawing/2014/main" id="{59B646FF-BD32-4C5A-94AF-AC4347EADA2E}"/>
              </a:ext>
            </a:extLst>
          </p:cNvPr>
          <p:cNvSpPr>
            <a:spLocks noGrp="1"/>
          </p:cNvSpPr>
          <p:nvPr>
            <p:ph type="body" sz="quarter" idx="12"/>
          </p:nvPr>
        </p:nvSpPr>
        <p:spPr>
          <a:xfrm>
            <a:off x="2183874" y="6460218"/>
            <a:ext cx="3735998" cy="290081"/>
          </a:xfrm>
        </p:spPr>
        <p:txBody>
          <a:bodyPr/>
          <a:lstStyle/>
          <a:p>
            <a:r>
              <a:rPr lang="en-US" dirty="0"/>
              <a:t>8866215253</a:t>
            </a:r>
          </a:p>
        </p:txBody>
      </p:sp>
      <p:sp>
        <p:nvSpPr>
          <p:cNvPr id="30" name="Text Placeholder 11">
            <a:extLst>
              <a:ext uri="{FF2B5EF4-FFF2-40B4-BE49-F238E27FC236}">
                <a16:creationId xmlns:a16="http://schemas.microsoft.com/office/drawing/2014/main" id="{915CF252-06A8-43C0-BB69-DA7109EA62D1}"/>
              </a:ext>
            </a:extLst>
          </p:cNvPr>
          <p:cNvSpPr>
            <a:spLocks noGrp="1"/>
          </p:cNvSpPr>
          <p:nvPr>
            <p:ph type="body" sz="quarter" idx="13"/>
          </p:nvPr>
        </p:nvSpPr>
        <p:spPr>
          <a:xfrm>
            <a:off x="1837678" y="5537768"/>
            <a:ext cx="3780000" cy="290081"/>
          </a:xfrm>
        </p:spPr>
        <p:txBody>
          <a:bodyPr/>
          <a:lstStyle/>
          <a:p>
            <a:r>
              <a:rPr lang="en-US"/>
              <a:t>Computer Science &amp; Engineering Department</a:t>
            </a:r>
            <a:endParaRPr lang="en-US" dirty="0"/>
          </a:p>
        </p:txBody>
      </p:sp>
      <p:sp>
        <p:nvSpPr>
          <p:cNvPr id="31" name="Text Placeholder 12">
            <a:extLst>
              <a:ext uri="{FF2B5EF4-FFF2-40B4-BE49-F238E27FC236}">
                <a16:creationId xmlns:a16="http://schemas.microsoft.com/office/drawing/2014/main" id="{89F5B5F8-350F-4941-B9DE-36BF8B014803}"/>
              </a:ext>
            </a:extLst>
          </p:cNvPr>
          <p:cNvSpPr>
            <a:spLocks noGrp="1"/>
          </p:cNvSpPr>
          <p:nvPr>
            <p:ph type="body" sz="quarter" idx="14"/>
          </p:nvPr>
        </p:nvSpPr>
        <p:spPr>
          <a:xfrm>
            <a:off x="1837677" y="5273332"/>
            <a:ext cx="5581039" cy="290081"/>
          </a:xfrm>
        </p:spPr>
        <p:txBody>
          <a:bodyPr/>
          <a:lstStyle/>
          <a:p>
            <a:r>
              <a:rPr lang="en-US" dirty="0"/>
              <a:t>Prof. Naimish R. Vadodariya</a:t>
            </a:r>
          </a:p>
        </p:txBody>
      </p:sp>
      <p:pic>
        <p:nvPicPr>
          <p:cNvPr id="32" name="Picture Placeholder 1"/>
          <p:cNvPicPr>
            <a:picLocks noGrp="1" noChangeAspect="1"/>
          </p:cNvPicPr>
          <p:nvPr>
            <p:ph type="pic" sz="quarter" idx="10"/>
          </p:nvPr>
        </p:nvPicPr>
        <p:blipFill>
          <a:blip r:embed="rId2" cstate="print">
            <a:extLst>
              <a:ext uri="{28A0092B-C50C-407E-A947-70E740481C1C}">
                <a14:useLocalDpi xmlns:a14="http://schemas.microsoft.com/office/drawing/2010/main" val="0"/>
              </a:ext>
            </a:extLst>
          </a:blip>
          <a:srcRect/>
          <a:stretch/>
        </p:blipFill>
        <p:spPr>
          <a:xfrm>
            <a:off x="353569" y="5211251"/>
            <a:ext cx="1353599" cy="1353599"/>
          </a:xfrm>
        </p:spPr>
      </p:pic>
    </p:spTree>
    <p:extLst>
      <p:ext uri="{BB962C8B-B14F-4D97-AF65-F5344CB8AC3E}">
        <p14:creationId xmlns:p14="http://schemas.microsoft.com/office/powerpoint/2010/main" val="3034825592"/>
      </p:ext>
    </p:extLst>
  </p:cSld>
  <p:clrMapOvr>
    <a:masterClrMapping/>
  </p:clrMapOvr>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9643</TotalTime>
  <Words>2743</Words>
  <Application>Microsoft Office PowerPoint</Application>
  <PresentationFormat>Widescreen</PresentationFormat>
  <Paragraphs>298</Paragraphs>
  <Slides>31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31</vt:i4>
      </vt:variant>
    </vt:vector>
  </HeadingPairs>
  <TitlesOfParts>
    <vt:vector size="40" baseType="lpstr">
      <vt:lpstr>Wingdings</vt:lpstr>
      <vt:lpstr>Calibri</vt:lpstr>
      <vt:lpstr>Wingdings 3</vt:lpstr>
      <vt:lpstr>Wingdings 2</vt:lpstr>
      <vt:lpstr>Arial</vt:lpstr>
      <vt:lpstr>Roboto Condensed</vt:lpstr>
      <vt:lpstr>Consolas</vt:lpstr>
      <vt:lpstr>Roboto Condensed Light</vt:lpstr>
      <vt:lpstr>Office Theme</vt:lpstr>
      <vt:lpstr>Unit-1 | Part - II Introduction to .NET  Web API</vt:lpstr>
      <vt:lpstr>PowerPoint Presentation</vt:lpstr>
      <vt:lpstr>What is API?  (Application Programming Interface)</vt:lpstr>
      <vt:lpstr>What is Web API?</vt:lpstr>
      <vt:lpstr>Web API Examples</vt:lpstr>
      <vt:lpstr>Need of API</vt:lpstr>
      <vt:lpstr>Need of API Cont..</vt:lpstr>
      <vt:lpstr>HTTP  (HyperText Transport Protocol)</vt:lpstr>
      <vt:lpstr>HTTP (HyperText Transport Protocol)</vt:lpstr>
      <vt:lpstr>1. How Browser and Server Communicate with Each Other?</vt:lpstr>
      <vt:lpstr>2. What is HTTP?</vt:lpstr>
      <vt:lpstr>3. HTTP Request Components</vt:lpstr>
      <vt:lpstr>3. HTTP Response Components</vt:lpstr>
      <vt:lpstr>4. HTTP Verbs or HTTP Methods</vt:lpstr>
      <vt:lpstr>4. HTTP Verbs or Methods – Real-World Analogies</vt:lpstr>
      <vt:lpstr>4. HTTP Verbs or HTTP Methods (PUT v/s PATCH)</vt:lpstr>
      <vt:lpstr>5. HTTP Status Codes</vt:lpstr>
      <vt:lpstr>5. HTTP Status Codes Cont..</vt:lpstr>
      <vt:lpstr>5. HTTP Status Codes Cont..</vt:lpstr>
      <vt:lpstr>Problems Without Web APIs</vt:lpstr>
      <vt:lpstr>Problems Without Web APIs</vt:lpstr>
      <vt:lpstr>Key Characteristics of Web APIs</vt:lpstr>
      <vt:lpstr>Key Characteristics of Web APIs</vt:lpstr>
      <vt:lpstr>JSON  (JavaScript Object Notation)</vt:lpstr>
      <vt:lpstr>What is JSON?</vt:lpstr>
      <vt:lpstr>Example: JSON string returned from the API</vt:lpstr>
      <vt:lpstr>Difference between JSON serialize and JSON deserialize?</vt:lpstr>
      <vt:lpstr>JSON Serialization Example</vt:lpstr>
      <vt:lpstr>JSON Deserialization Example</vt:lpstr>
      <vt:lpstr>Different styles of JSON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Naimish Vadodariya</cp:lastModifiedBy>
  <cp:revision>725</cp:revision>
  <dcterms:created xsi:type="dcterms:W3CDTF">2020-05-01T05:09:15Z</dcterms:created>
  <dcterms:modified xsi:type="dcterms:W3CDTF">2026-07-15T04:36:35Z</dcterms:modified>
</cp:coreProperties>
</file>